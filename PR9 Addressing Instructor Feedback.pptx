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2" r:id="rId4"/>
    <p:sldId id="263" r:id="rId5"/>
    <p:sldId id="261" r:id="rId6"/>
    <p:sldId id="272" r:id="rId7"/>
    <p:sldId id="273" r:id="rId8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DF9"/>
          </a:solidFill>
        </a:fill>
      </a:tcStyle>
    </a:wholeTbl>
    <a:band2H>
      <a:tcTxStyle/>
      <a:tcStyle>
        <a:tcBdr/>
        <a:fill>
          <a:solidFill>
            <a:srgbClr val="FFFEFC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DDACA"/>
          </a:solidFill>
        </a:fill>
      </a:tcStyle>
    </a:wholeTbl>
    <a:band2H>
      <a:tcTxStyle/>
      <a:tcStyle>
        <a:tcBdr/>
        <a:fill>
          <a:solidFill>
            <a:srgbClr val="FEEDE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BDBDB"/>
          </a:solidFill>
        </a:fill>
      </a:tcStyle>
    </a:wholeTbl>
    <a:band2H>
      <a:tcTxStyle/>
      <a:tcStyle>
        <a:tcBdr/>
        <a:fill>
          <a:solidFill>
            <a:srgbClr val="FDEEEE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6" d="100"/>
          <a:sy n="146" d="100"/>
        </p:scale>
        <p:origin x="600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2" name="Shape 11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>
        <a:latin typeface="+mj-lt"/>
        <a:ea typeface="+mj-ea"/>
        <a:cs typeface="+mj-cs"/>
        <a:sym typeface="Helvetica Neue"/>
      </a:defRPr>
    </a:lvl1pPr>
    <a:lvl2pPr indent="228600" latinLnBrk="0">
      <a:defRPr>
        <a:latin typeface="+mj-lt"/>
        <a:ea typeface="+mj-ea"/>
        <a:cs typeface="+mj-cs"/>
        <a:sym typeface="Helvetica Neue"/>
      </a:defRPr>
    </a:lvl2pPr>
    <a:lvl3pPr indent="457200" latinLnBrk="0">
      <a:defRPr>
        <a:latin typeface="+mj-lt"/>
        <a:ea typeface="+mj-ea"/>
        <a:cs typeface="+mj-cs"/>
        <a:sym typeface="Helvetica Neue"/>
      </a:defRPr>
    </a:lvl3pPr>
    <a:lvl4pPr indent="685800" latinLnBrk="0">
      <a:defRPr>
        <a:latin typeface="+mj-lt"/>
        <a:ea typeface="+mj-ea"/>
        <a:cs typeface="+mj-cs"/>
        <a:sym typeface="Helvetica Neue"/>
      </a:defRPr>
    </a:lvl4pPr>
    <a:lvl5pPr indent="914400" latinLnBrk="0">
      <a:defRPr>
        <a:latin typeface="+mj-lt"/>
        <a:ea typeface="+mj-ea"/>
        <a:cs typeface="+mj-cs"/>
        <a:sym typeface="Helvetica Neue"/>
      </a:defRPr>
    </a:lvl5pPr>
    <a:lvl6pPr indent="1143000" latinLnBrk="0">
      <a:defRPr>
        <a:latin typeface="+mj-lt"/>
        <a:ea typeface="+mj-ea"/>
        <a:cs typeface="+mj-cs"/>
        <a:sym typeface="Helvetica Neue"/>
      </a:defRPr>
    </a:lvl6pPr>
    <a:lvl7pPr indent="1371600" latinLnBrk="0">
      <a:defRPr>
        <a:latin typeface="+mj-lt"/>
        <a:ea typeface="+mj-ea"/>
        <a:cs typeface="+mj-cs"/>
        <a:sym typeface="Helvetica Neue"/>
      </a:defRPr>
    </a:lvl7pPr>
    <a:lvl8pPr indent="1600200" latinLnBrk="0">
      <a:defRPr>
        <a:latin typeface="+mj-lt"/>
        <a:ea typeface="+mj-ea"/>
        <a:cs typeface="+mj-cs"/>
        <a:sym typeface="Helvetica Neue"/>
      </a:defRPr>
    </a:lvl8pPr>
    <a:lvl9pPr indent="1828800" latinLnBrk="0">
      <a:defRPr>
        <a:latin typeface="+mj-lt"/>
        <a:ea typeface="+mj-ea"/>
        <a:cs typeface="+mj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slid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10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rgbClr val="26A69A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41933" y="3597500"/>
            <a:ext cx="390301" cy="1"/>
          </a:xfrm>
          <a:prstGeom prst="line">
            <a:avLst/>
          </a:prstGeom>
          <a:ln w="28575">
            <a:solidFill>
              <a:schemeClr val="accent1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" name="Title Text"/>
          <p:cNvSpPr txBox="1">
            <a:spLocks noGrp="1"/>
          </p:cNvSpPr>
          <p:nvPr>
            <p:ph type="title"/>
          </p:nvPr>
        </p:nvSpPr>
        <p:spPr>
          <a:xfrm>
            <a:off x="512700" y="1893299"/>
            <a:ext cx="8118600" cy="1522801"/>
          </a:xfrm>
          <a:prstGeom prst="rect">
            <a:avLst/>
          </a:prstGeo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15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512700" y="3840638"/>
            <a:ext cx="8118600" cy="78750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2400">
                <a:solidFill>
                  <a:schemeClr val="accent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2400">
                <a:solidFill>
                  <a:schemeClr val="accent2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2400">
                <a:solidFill>
                  <a:schemeClr val="accent2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2400">
                <a:solidFill>
                  <a:schemeClr val="accent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2400">
                <a:solidFill>
                  <a:schemeClr val="accent2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head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16"/>
          <p:cNvSpPr/>
          <p:nvPr/>
        </p:nvSpPr>
        <p:spPr>
          <a:xfrm>
            <a:off x="641933" y="3597500"/>
            <a:ext cx="390301" cy="1"/>
          </a:xfrm>
          <a:prstGeom prst="line">
            <a:avLst/>
          </a:prstGeom>
          <a:ln w="28575">
            <a:solidFill>
              <a:srgbClr val="26A69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" name="Title Text"/>
          <p:cNvSpPr txBox="1">
            <a:spLocks noGrp="1"/>
          </p:cNvSpPr>
          <p:nvPr>
            <p:ph type="title"/>
          </p:nvPr>
        </p:nvSpPr>
        <p:spPr>
          <a:xfrm>
            <a:off x="512700" y="1893299"/>
            <a:ext cx="8118600" cy="1522801"/>
          </a:xfrm>
          <a:prstGeom prst="rect">
            <a:avLst/>
          </a:prstGeom>
        </p:spPr>
        <p:txBody>
          <a:bodyPr anchor="b"/>
          <a:lstStyle>
            <a:lvl1pPr>
              <a:defRPr sz="6000">
                <a:solidFill>
                  <a:schemeClr val="accent1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3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311699" y="1171674"/>
            <a:ext cx="3999902" cy="3397201"/>
          </a:xfrm>
          <a:prstGeom prst="rect">
            <a:avLst/>
          </a:prstGeom>
        </p:spPr>
        <p:txBody>
          <a:bodyPr/>
          <a:lstStyle>
            <a:lvl1pPr>
              <a:buSzPts val="1400"/>
              <a:defRPr sz="1400"/>
            </a:lvl1pPr>
            <a:lvl2pPr>
              <a:buSzPts val="1400"/>
              <a:defRPr sz="1400"/>
            </a:lvl2pPr>
            <a:lvl3pPr>
              <a:buSzPts val="1400"/>
              <a:defRPr sz="1400"/>
            </a:lvl3pPr>
            <a:lvl4pPr>
              <a:buSzPts val="1400"/>
              <a:defRPr sz="1400"/>
            </a:lvl4pPr>
            <a:lvl5pPr>
              <a:buSzPts val="1400"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3" name="Shape 27"/>
          <p:cNvSpPr txBox="1">
            <a:spLocks noGrp="1"/>
          </p:cNvSpPr>
          <p:nvPr>
            <p:ph type="body" sz="half" idx="13"/>
          </p:nvPr>
        </p:nvSpPr>
        <p:spPr>
          <a:xfrm>
            <a:off x="4832399" y="1171674"/>
            <a:ext cx="3999902" cy="3397201"/>
          </a:xfrm>
          <a:prstGeom prst="rect">
            <a:avLst/>
          </a:prstGeom>
        </p:spPr>
        <p:txBody>
          <a:bodyPr/>
          <a:lstStyle/>
          <a:p>
            <a:pPr>
              <a:buSzPts val="1400"/>
              <a:defRPr sz="1400"/>
            </a:pPr>
            <a:endParaRPr/>
          </a:p>
        </p:txBody>
      </p:sp>
      <p:sp>
        <p:nvSpPr>
          <p:cNvPr id="4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On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itle Text"/>
          <p:cNvSpPr txBox="1">
            <a:spLocks noGrp="1"/>
          </p:cNvSpPr>
          <p:nvPr>
            <p:ph type="title"/>
          </p:nvPr>
        </p:nvSpPr>
        <p:spPr>
          <a:xfrm>
            <a:off x="311699" y="555600"/>
            <a:ext cx="2808001" cy="7557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6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11699" y="1389599"/>
            <a:ext cx="2808001" cy="3179401"/>
          </a:xfrm>
          <a:prstGeom prst="rect">
            <a:avLst/>
          </a:prstGeom>
        </p:spPr>
        <p:txBody>
          <a:bodyPr/>
          <a:lstStyle>
            <a:lvl1pPr>
              <a:buSzPts val="1200"/>
              <a:defRPr sz="1200"/>
            </a:lvl1pPr>
            <a:lvl2pPr>
              <a:buSzPts val="1200"/>
              <a:defRPr sz="1200"/>
            </a:lvl2pPr>
            <a:lvl3pPr>
              <a:buSzPts val="1200"/>
              <a:defRPr sz="1200"/>
            </a:lvl3pPr>
            <a:lvl4pPr>
              <a:buSzPts val="1200"/>
              <a:defRPr sz="1200"/>
            </a:lvl4pPr>
            <a:lvl5pPr>
              <a:buSzPts val="1200"/>
              <a:defRPr sz="1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Main point">
    <p:bg>
      <p:bgPr>
        <a:solidFill>
          <a:srgbClr val="26A69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itle Text"/>
          <p:cNvSpPr txBox="1">
            <a:spLocks noGrp="1"/>
          </p:cNvSpPr>
          <p:nvPr>
            <p:ph type="title"/>
          </p:nvPr>
        </p:nvSpPr>
        <p:spPr>
          <a:xfrm>
            <a:off x="490250" y="526349"/>
            <a:ext cx="5604001" cy="4090801"/>
          </a:xfrm>
          <a:prstGeom prst="rect">
            <a:avLst/>
          </a:prstGeom>
        </p:spPr>
        <p:txBody>
          <a:bodyPr anchor="ctr"/>
          <a:lstStyle>
            <a:lvl1pPr>
              <a:defRPr sz="5400">
                <a:solidFill>
                  <a:schemeClr val="accent1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6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title and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40"/>
          <p:cNvSpPr/>
          <p:nvPr/>
        </p:nvSpPr>
        <p:spPr>
          <a:xfrm>
            <a:off x="4572000" y="-25"/>
            <a:ext cx="4572000" cy="51435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77" name="Shape 41"/>
          <p:cNvSpPr/>
          <p:nvPr/>
        </p:nvSpPr>
        <p:spPr>
          <a:xfrm>
            <a:off x="5029675" y="4495500"/>
            <a:ext cx="686401" cy="1"/>
          </a:xfrm>
          <a:prstGeom prst="line">
            <a:avLst/>
          </a:prstGeom>
          <a:ln w="19050">
            <a:solidFill>
              <a:srgbClr val="26A69A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8" name="Title Text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1"/>
          </a:xfrm>
          <a:prstGeom prst="rect">
            <a:avLst/>
          </a:prstGeom>
        </p:spPr>
        <p:txBody>
          <a:bodyPr anchor="b"/>
          <a:lstStyle>
            <a:lvl1pPr algn="ctr">
              <a:defRPr sz="4200">
                <a:solidFill>
                  <a:srgbClr val="26A69A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7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65500" y="2769000"/>
            <a:ext cx="4045200" cy="1345501"/>
          </a:xfrm>
          <a:prstGeom prst="rect">
            <a:avLst/>
          </a:prstGeom>
        </p:spPr>
        <p:txBody>
          <a:bodyPr/>
          <a:lstStyle>
            <a:lvl1pPr algn="ctr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  <a:defRPr sz="21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0" name="Shape 44"/>
          <p:cNvSpPr txBox="1">
            <a:spLocks noGrp="1"/>
          </p:cNvSpPr>
          <p:nvPr>
            <p:ph type="body" sz="half" idx="13"/>
          </p:nvPr>
        </p:nvSpPr>
        <p:spPr>
          <a:xfrm>
            <a:off x="4939500" y="724199"/>
            <a:ext cx="3837000" cy="3695101"/>
          </a:xfrm>
          <a:prstGeom prst="rect">
            <a:avLst/>
          </a:prstGeom>
        </p:spPr>
        <p:txBody>
          <a:bodyPr anchor="ctr"/>
          <a:lstStyle/>
          <a:p>
            <a:pPr>
              <a:buClr>
                <a:schemeClr val="accent1"/>
              </a:buClr>
              <a:defRPr>
                <a:solidFill>
                  <a:schemeClr val="accent1"/>
                </a:solidFill>
              </a:defRPr>
            </a:pPr>
            <a:endParaRPr/>
          </a:p>
        </p:txBody>
      </p:sp>
      <p:sp>
        <p:nvSpPr>
          <p:cNvPr id="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311699" y="4230575"/>
            <a:ext cx="5998802" cy="605101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spcBef>
                <a:spcPts val="0"/>
              </a:spcBef>
              <a:buClrTx/>
              <a:buSzTx/>
              <a:buFontTx/>
              <a:buNone/>
            </a:lvl1pPr>
            <a:lvl2pPr>
              <a:lnSpc>
                <a:spcPct val="100000"/>
              </a:lnSpc>
              <a:spcBef>
                <a:spcPts val="0"/>
              </a:spcBef>
              <a:buClrTx/>
              <a:buFontTx/>
            </a:lvl2pPr>
            <a:lvl3pPr>
              <a:lnSpc>
                <a:spcPct val="100000"/>
              </a:lnSpc>
              <a:spcBef>
                <a:spcPts val="0"/>
              </a:spcBef>
              <a:buClrTx/>
              <a:buFontTx/>
            </a:lvl3pPr>
            <a:lvl4pPr>
              <a:lnSpc>
                <a:spcPct val="100000"/>
              </a:lnSpc>
              <a:spcBef>
                <a:spcPts val="0"/>
              </a:spcBef>
              <a:buClrTx/>
              <a:buFontTx/>
            </a:lvl4pPr>
            <a:lvl5pPr>
              <a:lnSpc>
                <a:spcPct val="100000"/>
              </a:lnSpc>
              <a:spcBef>
                <a:spcPts val="0"/>
              </a:spcBef>
              <a:buClrTx/>
              <a:buFontTx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Text"/>
          <p:cNvSpPr txBox="1">
            <a:spLocks noGrp="1"/>
          </p:cNvSpPr>
          <p:nvPr>
            <p:ph type="title"/>
          </p:nvPr>
        </p:nvSpPr>
        <p:spPr>
          <a:xfrm>
            <a:off x="311699" y="1039650"/>
            <a:ext cx="8520602" cy="2106300"/>
          </a:xfrm>
          <a:prstGeom prst="rect">
            <a:avLst/>
          </a:prstGeom>
        </p:spPr>
        <p:txBody>
          <a:bodyPr anchor="b"/>
          <a:lstStyle>
            <a:lvl1pPr algn="ctr">
              <a:defRPr sz="14000" b="1"/>
            </a:lvl1pPr>
          </a:lstStyle>
          <a:p>
            <a:r>
              <a:t>Title Text</a:t>
            </a:r>
          </a:p>
        </p:txBody>
      </p:sp>
      <p:sp>
        <p:nvSpPr>
          <p:cNvPr id="9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311699" y="3228425"/>
            <a:ext cx="8520602" cy="130080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0"/>
          <p:cNvSpPr/>
          <p:nvPr/>
        </p:nvSpPr>
        <p:spPr>
          <a:xfrm>
            <a:off x="0" y="5045700"/>
            <a:ext cx="9144000" cy="97801"/>
          </a:xfrm>
          <a:prstGeom prst="rect">
            <a:avLst/>
          </a:prstGeom>
          <a:solidFill>
            <a:srgbClr val="26A69A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311699" y="445025"/>
            <a:ext cx="8520602" cy="61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311699" y="1171599"/>
            <a:ext cx="8520602" cy="3397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684345" y="4692391"/>
            <a:ext cx="336814" cy="335251"/>
          </a:xfrm>
          <a:prstGeom prst="rect">
            <a:avLst/>
          </a:prstGeom>
          <a:ln w="12700">
            <a:miter lim="400000"/>
          </a:ln>
        </p:spPr>
        <p:txBody>
          <a:bodyPr wrap="none" lIns="91424" tIns="91424" rIns="91424" bIns="91424" anchor="ctr">
            <a:spAutoFit/>
          </a:bodyPr>
          <a:lstStyle>
            <a:lvl1pPr algn="r">
              <a:defRPr sz="1000">
                <a:latin typeface="Old Standard TT"/>
                <a:ea typeface="Old Standard TT"/>
                <a:cs typeface="Old Standard TT"/>
                <a:sym typeface="Old Standard T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ln>
            <a:noFill/>
          </a:ln>
          <a:solidFill>
            <a:srgbClr val="000000"/>
          </a:solidFill>
          <a:uFillTx/>
          <a:latin typeface="Old Standard TT"/>
          <a:ea typeface="Old Standard TT"/>
          <a:cs typeface="Old Standard TT"/>
          <a:sym typeface="Old Standard TT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ln>
            <a:noFill/>
          </a:ln>
          <a:solidFill>
            <a:srgbClr val="000000"/>
          </a:solidFill>
          <a:uFillTx/>
          <a:latin typeface="Old Standard TT"/>
          <a:ea typeface="Old Standard TT"/>
          <a:cs typeface="Old Standard TT"/>
          <a:sym typeface="Old Standard TT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ln>
            <a:noFill/>
          </a:ln>
          <a:solidFill>
            <a:srgbClr val="000000"/>
          </a:solidFill>
          <a:uFillTx/>
          <a:latin typeface="Old Standard TT"/>
          <a:ea typeface="Old Standard TT"/>
          <a:cs typeface="Old Standard TT"/>
          <a:sym typeface="Old Standard TT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ln>
            <a:noFill/>
          </a:ln>
          <a:solidFill>
            <a:srgbClr val="000000"/>
          </a:solidFill>
          <a:uFillTx/>
          <a:latin typeface="Old Standard TT"/>
          <a:ea typeface="Old Standard TT"/>
          <a:cs typeface="Old Standard TT"/>
          <a:sym typeface="Old Standard TT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ln>
            <a:noFill/>
          </a:ln>
          <a:solidFill>
            <a:srgbClr val="000000"/>
          </a:solidFill>
          <a:uFillTx/>
          <a:latin typeface="Old Standard TT"/>
          <a:ea typeface="Old Standard TT"/>
          <a:cs typeface="Old Standard TT"/>
          <a:sym typeface="Old Standard TT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ln>
            <a:noFill/>
          </a:ln>
          <a:solidFill>
            <a:srgbClr val="000000"/>
          </a:solidFill>
          <a:uFillTx/>
          <a:latin typeface="Old Standard TT"/>
          <a:ea typeface="Old Standard TT"/>
          <a:cs typeface="Old Standard TT"/>
          <a:sym typeface="Old Standard TT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ln>
            <a:noFill/>
          </a:ln>
          <a:solidFill>
            <a:srgbClr val="000000"/>
          </a:solidFill>
          <a:uFillTx/>
          <a:latin typeface="Old Standard TT"/>
          <a:ea typeface="Old Standard TT"/>
          <a:cs typeface="Old Standard TT"/>
          <a:sym typeface="Old Standard TT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ln>
            <a:noFill/>
          </a:ln>
          <a:solidFill>
            <a:srgbClr val="000000"/>
          </a:solidFill>
          <a:uFillTx/>
          <a:latin typeface="Old Standard TT"/>
          <a:ea typeface="Old Standard TT"/>
          <a:cs typeface="Old Standard TT"/>
          <a:sym typeface="Old Standard TT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ln>
            <a:noFill/>
          </a:ln>
          <a:solidFill>
            <a:srgbClr val="000000"/>
          </a:solidFill>
          <a:uFillTx/>
          <a:latin typeface="Old Standard TT"/>
          <a:ea typeface="Old Standard TT"/>
          <a:cs typeface="Old Standard TT"/>
          <a:sym typeface="Old Standard TT"/>
        </a:defRPr>
      </a:lvl9pPr>
    </p:titleStyle>
    <p:bodyStyle>
      <a:lvl1pPr marL="0" marR="0" indent="0" algn="l" defTabSz="914400" rtl="0" latinLnBrk="0">
        <a:lnSpc>
          <a:spcPct val="115000"/>
        </a:lnSpc>
        <a:spcBef>
          <a:spcPts val="1600"/>
        </a:spcBef>
        <a:spcAft>
          <a:spcPts val="0"/>
        </a:spcAft>
        <a:buClr>
          <a:srgbClr val="000000"/>
        </a:buClr>
        <a:buSzPts val="1800"/>
        <a:buFont typeface="Helvetica"/>
        <a:buChar char="●"/>
        <a:tabLst/>
        <a:defRPr sz="1800" b="0" i="0" u="none" strike="noStrike" cap="none" spc="0" baseline="0">
          <a:ln>
            <a:noFill/>
          </a:ln>
          <a:solidFill>
            <a:srgbClr val="000000"/>
          </a:solidFill>
          <a:uFillTx/>
          <a:latin typeface="Old Standard TT"/>
          <a:ea typeface="Old Standard TT"/>
          <a:cs typeface="Old Standard TT"/>
          <a:sym typeface="Old Standard TT"/>
        </a:defRPr>
      </a:lvl1pPr>
      <a:lvl2pPr marL="0" marR="0" indent="0" algn="l" defTabSz="914400" rtl="0" latinLnBrk="0">
        <a:lnSpc>
          <a:spcPct val="115000"/>
        </a:lnSpc>
        <a:spcBef>
          <a:spcPts val="1600"/>
        </a:spcBef>
        <a:spcAft>
          <a:spcPts val="0"/>
        </a:spcAft>
        <a:buClr>
          <a:srgbClr val="000000"/>
        </a:buClr>
        <a:buSzPts val="1800"/>
        <a:buFont typeface="Helvetica"/>
        <a:buChar char="○"/>
        <a:tabLst/>
        <a:defRPr sz="1800" b="0" i="0" u="none" strike="noStrike" cap="none" spc="0" baseline="0">
          <a:ln>
            <a:noFill/>
          </a:ln>
          <a:solidFill>
            <a:srgbClr val="000000"/>
          </a:solidFill>
          <a:uFillTx/>
          <a:latin typeface="Old Standard TT"/>
          <a:ea typeface="Old Standard TT"/>
          <a:cs typeface="Old Standard TT"/>
          <a:sym typeface="Old Standard TT"/>
        </a:defRPr>
      </a:lvl2pPr>
      <a:lvl3pPr marL="0" marR="0" indent="0" algn="l" defTabSz="914400" rtl="0" latinLnBrk="0">
        <a:lnSpc>
          <a:spcPct val="115000"/>
        </a:lnSpc>
        <a:spcBef>
          <a:spcPts val="1600"/>
        </a:spcBef>
        <a:spcAft>
          <a:spcPts val="0"/>
        </a:spcAft>
        <a:buClr>
          <a:srgbClr val="000000"/>
        </a:buClr>
        <a:buSzPts val="1800"/>
        <a:buFont typeface="Helvetica"/>
        <a:buChar char="■"/>
        <a:tabLst/>
        <a:defRPr sz="1800" b="0" i="0" u="none" strike="noStrike" cap="none" spc="0" baseline="0">
          <a:ln>
            <a:noFill/>
          </a:ln>
          <a:solidFill>
            <a:srgbClr val="000000"/>
          </a:solidFill>
          <a:uFillTx/>
          <a:latin typeface="Old Standard TT"/>
          <a:ea typeface="Old Standard TT"/>
          <a:cs typeface="Old Standard TT"/>
          <a:sym typeface="Old Standard TT"/>
        </a:defRPr>
      </a:lvl3pPr>
      <a:lvl4pPr marL="0" marR="0" indent="0" algn="l" defTabSz="914400" rtl="0" latinLnBrk="0">
        <a:lnSpc>
          <a:spcPct val="115000"/>
        </a:lnSpc>
        <a:spcBef>
          <a:spcPts val="1600"/>
        </a:spcBef>
        <a:spcAft>
          <a:spcPts val="0"/>
        </a:spcAft>
        <a:buClr>
          <a:srgbClr val="000000"/>
        </a:buClr>
        <a:buSzPts val="1800"/>
        <a:buFont typeface="Helvetica"/>
        <a:buChar char="●"/>
        <a:tabLst/>
        <a:defRPr sz="1800" b="0" i="0" u="none" strike="noStrike" cap="none" spc="0" baseline="0">
          <a:ln>
            <a:noFill/>
          </a:ln>
          <a:solidFill>
            <a:srgbClr val="000000"/>
          </a:solidFill>
          <a:uFillTx/>
          <a:latin typeface="Old Standard TT"/>
          <a:ea typeface="Old Standard TT"/>
          <a:cs typeface="Old Standard TT"/>
          <a:sym typeface="Old Standard TT"/>
        </a:defRPr>
      </a:lvl4pPr>
      <a:lvl5pPr marL="0" marR="0" indent="0" algn="l" defTabSz="914400" rtl="0" latinLnBrk="0">
        <a:lnSpc>
          <a:spcPct val="115000"/>
        </a:lnSpc>
        <a:spcBef>
          <a:spcPts val="1600"/>
        </a:spcBef>
        <a:spcAft>
          <a:spcPts val="0"/>
        </a:spcAft>
        <a:buClr>
          <a:srgbClr val="000000"/>
        </a:buClr>
        <a:buSzPts val="1800"/>
        <a:buFont typeface="Helvetica"/>
        <a:buChar char="○"/>
        <a:tabLst/>
        <a:defRPr sz="1800" b="0" i="0" u="none" strike="noStrike" cap="none" spc="0" baseline="0">
          <a:ln>
            <a:noFill/>
          </a:ln>
          <a:solidFill>
            <a:srgbClr val="000000"/>
          </a:solidFill>
          <a:uFillTx/>
          <a:latin typeface="Old Standard TT"/>
          <a:ea typeface="Old Standard TT"/>
          <a:cs typeface="Old Standard TT"/>
          <a:sym typeface="Old Standard TT"/>
        </a:defRPr>
      </a:lvl5pPr>
      <a:lvl6pPr marL="0" marR="0" indent="0" algn="l" defTabSz="914400" rtl="0" latinLnBrk="0">
        <a:lnSpc>
          <a:spcPct val="115000"/>
        </a:lnSpc>
        <a:spcBef>
          <a:spcPts val="1600"/>
        </a:spcBef>
        <a:spcAft>
          <a:spcPts val="0"/>
        </a:spcAft>
        <a:buClr>
          <a:srgbClr val="000000"/>
        </a:buClr>
        <a:buSzPts val="1800"/>
        <a:buFont typeface="Helvetica"/>
        <a:buChar char="■"/>
        <a:tabLst/>
        <a:defRPr sz="1800" b="0" i="0" u="none" strike="noStrike" cap="none" spc="0" baseline="0">
          <a:ln>
            <a:noFill/>
          </a:ln>
          <a:solidFill>
            <a:srgbClr val="000000"/>
          </a:solidFill>
          <a:uFillTx/>
          <a:latin typeface="Old Standard TT"/>
          <a:ea typeface="Old Standard TT"/>
          <a:cs typeface="Old Standard TT"/>
          <a:sym typeface="Old Standard TT"/>
        </a:defRPr>
      </a:lvl6pPr>
      <a:lvl7pPr marL="0" marR="0" indent="0" algn="l" defTabSz="914400" rtl="0" latinLnBrk="0">
        <a:lnSpc>
          <a:spcPct val="115000"/>
        </a:lnSpc>
        <a:spcBef>
          <a:spcPts val="1600"/>
        </a:spcBef>
        <a:spcAft>
          <a:spcPts val="0"/>
        </a:spcAft>
        <a:buClr>
          <a:srgbClr val="000000"/>
        </a:buClr>
        <a:buSzPts val="1800"/>
        <a:buFont typeface="Helvetica"/>
        <a:buChar char="●"/>
        <a:tabLst/>
        <a:defRPr sz="1800" b="0" i="0" u="none" strike="noStrike" cap="none" spc="0" baseline="0">
          <a:ln>
            <a:noFill/>
          </a:ln>
          <a:solidFill>
            <a:srgbClr val="000000"/>
          </a:solidFill>
          <a:uFillTx/>
          <a:latin typeface="Old Standard TT"/>
          <a:ea typeface="Old Standard TT"/>
          <a:cs typeface="Old Standard TT"/>
          <a:sym typeface="Old Standard TT"/>
        </a:defRPr>
      </a:lvl7pPr>
      <a:lvl8pPr marL="0" marR="0" indent="0" algn="l" defTabSz="914400" rtl="0" latinLnBrk="0">
        <a:lnSpc>
          <a:spcPct val="115000"/>
        </a:lnSpc>
        <a:spcBef>
          <a:spcPts val="1600"/>
        </a:spcBef>
        <a:spcAft>
          <a:spcPts val="0"/>
        </a:spcAft>
        <a:buClr>
          <a:srgbClr val="000000"/>
        </a:buClr>
        <a:buSzPts val="1800"/>
        <a:buFont typeface="Helvetica"/>
        <a:buChar char="○"/>
        <a:tabLst/>
        <a:defRPr sz="1800" b="0" i="0" u="none" strike="noStrike" cap="none" spc="0" baseline="0">
          <a:ln>
            <a:noFill/>
          </a:ln>
          <a:solidFill>
            <a:srgbClr val="000000"/>
          </a:solidFill>
          <a:uFillTx/>
          <a:latin typeface="Old Standard TT"/>
          <a:ea typeface="Old Standard TT"/>
          <a:cs typeface="Old Standard TT"/>
          <a:sym typeface="Old Standard TT"/>
        </a:defRPr>
      </a:lvl8pPr>
      <a:lvl9pPr marL="0" marR="0" indent="0" algn="l" defTabSz="914400" rtl="0" latinLnBrk="0">
        <a:lnSpc>
          <a:spcPct val="115000"/>
        </a:lnSpc>
        <a:spcBef>
          <a:spcPts val="1600"/>
        </a:spcBef>
        <a:spcAft>
          <a:spcPts val="0"/>
        </a:spcAft>
        <a:buClr>
          <a:srgbClr val="000000"/>
        </a:buClr>
        <a:buSzPts val="1800"/>
        <a:buFont typeface="Helvetica"/>
        <a:buChar char="■"/>
        <a:tabLst/>
        <a:defRPr sz="1800" b="0" i="0" u="none" strike="noStrike" cap="none" spc="0" baseline="0">
          <a:ln>
            <a:noFill/>
          </a:ln>
          <a:solidFill>
            <a:srgbClr val="000000"/>
          </a:solidFill>
          <a:uFillTx/>
          <a:latin typeface="Old Standard TT"/>
          <a:ea typeface="Old Standard TT"/>
          <a:cs typeface="Old Standard TT"/>
          <a:sym typeface="Old Standard TT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ld Standard TT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ld Standard TT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ld Standard TT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ld Standard TT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ld Standard TT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ld Standard TT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ld Standard TT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ld Standard TT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Old Standard T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59"/>
          <p:cNvSpPr txBox="1">
            <a:spLocks noGrp="1"/>
          </p:cNvSpPr>
          <p:nvPr>
            <p:ph type="ctrTitle"/>
          </p:nvPr>
        </p:nvSpPr>
        <p:spPr>
          <a:xfrm>
            <a:off x="368850" y="925724"/>
            <a:ext cx="8461200" cy="1519802"/>
          </a:xfrm>
          <a:prstGeom prst="rect">
            <a:avLst/>
          </a:prstGeom>
        </p:spPr>
        <p:txBody>
          <a:bodyPr/>
          <a:lstStyle/>
          <a:p>
            <a:r>
              <a:t>Lyrics2PhotoStream: Content Based Visualization of Song Lyrics</a:t>
            </a:r>
          </a:p>
        </p:txBody>
      </p:sp>
      <p:sp>
        <p:nvSpPr>
          <p:cNvPr id="115" name="Shape 60"/>
          <p:cNvSpPr txBox="1">
            <a:spLocks noGrp="1"/>
          </p:cNvSpPr>
          <p:nvPr>
            <p:ph type="subTitle" sz="quarter" idx="1"/>
          </p:nvPr>
        </p:nvSpPr>
        <p:spPr>
          <a:xfrm>
            <a:off x="512700" y="3840638"/>
            <a:ext cx="8118600" cy="787501"/>
          </a:xfrm>
          <a:prstGeom prst="rect">
            <a:avLst/>
          </a:prstGeom>
        </p:spPr>
        <p:txBody>
          <a:bodyPr/>
          <a:lstStyle/>
          <a:p>
            <a:r>
              <a:t>By SP Kumar, Enkai Ji and Michael Albuquerque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65"/>
          <p:cNvSpPr txBox="1">
            <a:spLocks noGrp="1"/>
          </p:cNvSpPr>
          <p:nvPr>
            <p:ph type="title"/>
          </p:nvPr>
        </p:nvSpPr>
        <p:spPr>
          <a:xfrm>
            <a:off x="512700" y="359975"/>
            <a:ext cx="8118600" cy="975000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795527">
              <a:defRPr sz="5220"/>
            </a:lvl1pPr>
          </a:lstStyle>
          <a:p>
            <a:r>
              <a:t>Project Goal</a:t>
            </a:r>
          </a:p>
        </p:txBody>
      </p:sp>
      <p:sp>
        <p:nvSpPr>
          <p:cNvPr id="118" name="Shape 66"/>
          <p:cNvSpPr txBox="1">
            <a:spLocks noGrp="1"/>
          </p:cNvSpPr>
          <p:nvPr>
            <p:ph type="body" idx="4294967295"/>
          </p:nvPr>
        </p:nvSpPr>
        <p:spPr>
          <a:xfrm>
            <a:off x="604850" y="1937474"/>
            <a:ext cx="8026500" cy="2453101"/>
          </a:xfrm>
          <a:prstGeom prst="rect">
            <a:avLst/>
          </a:prstGeom>
        </p:spPr>
        <p:txBody>
          <a:bodyPr/>
          <a:lstStyle>
            <a:lvl1pPr algn="ctr">
              <a:buSzTx/>
              <a:buNone/>
              <a:defRPr sz="2400">
                <a:solidFill>
                  <a:srgbClr val="FFFFFF"/>
                </a:solidFill>
              </a:defRPr>
            </a:lvl1pPr>
          </a:lstStyle>
          <a:p>
            <a:r>
              <a:t>To summarize the lyrics of a song into a photo stream which effectively summarizes its content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97"/>
          <p:cNvSpPr txBox="1">
            <a:spLocks noGrp="1"/>
          </p:cNvSpPr>
          <p:nvPr>
            <p:ph type="title"/>
          </p:nvPr>
        </p:nvSpPr>
        <p:spPr>
          <a:xfrm>
            <a:off x="265500" y="337049"/>
            <a:ext cx="4045200" cy="1333202"/>
          </a:xfrm>
          <a:prstGeom prst="rect">
            <a:avLst/>
          </a:prstGeom>
        </p:spPr>
        <p:txBody>
          <a:bodyPr/>
          <a:lstStyle>
            <a:lvl1pPr defTabSz="804672">
              <a:defRPr sz="3696"/>
            </a:lvl1pPr>
          </a:lstStyle>
          <a:p>
            <a:r>
              <a:t>Algorithm 1: Simple Average</a:t>
            </a:r>
          </a:p>
        </p:txBody>
      </p:sp>
      <p:sp>
        <p:nvSpPr>
          <p:cNvPr id="133" name="Shape 98"/>
          <p:cNvSpPr txBox="1">
            <a:spLocks noGrp="1"/>
          </p:cNvSpPr>
          <p:nvPr>
            <p:ph type="body" sz="half" idx="1"/>
          </p:nvPr>
        </p:nvSpPr>
        <p:spPr>
          <a:xfrm>
            <a:off x="265500" y="1762074"/>
            <a:ext cx="4045200" cy="3066902"/>
          </a:xfrm>
          <a:prstGeom prst="rect">
            <a:avLst/>
          </a:prstGeom>
        </p:spPr>
        <p:txBody>
          <a:bodyPr/>
          <a:lstStyle/>
          <a:p>
            <a:r>
              <a:t>Idea: Each tag contributes equally to the meaning of the image. </a:t>
            </a:r>
          </a:p>
          <a:p>
            <a:endParaRPr/>
          </a:p>
          <a:p>
            <a:r>
              <a:t>Taking the average of the vectors of the tags would indicate which set of tags were most likely to be similar in meaning to the keyword.</a:t>
            </a:r>
          </a:p>
        </p:txBody>
      </p:sp>
      <p:sp>
        <p:nvSpPr>
          <p:cNvPr id="134" name="Shape 99"/>
          <p:cNvSpPr txBox="1">
            <a:spLocks noGrp="1"/>
          </p:cNvSpPr>
          <p:nvPr>
            <p:ph type="body" idx="13"/>
          </p:nvPr>
        </p:nvSpPr>
        <p:spPr>
          <a:xfrm>
            <a:off x="4925100" y="283199"/>
            <a:ext cx="3837001" cy="466560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defTabSz="822959">
              <a:spcBef>
                <a:spcPts val="1400"/>
              </a:spcBef>
              <a:buClr>
                <a:schemeClr val="accent1"/>
              </a:buClr>
              <a:buSzTx/>
              <a:buNone/>
              <a:defRPr sz="1619">
                <a:solidFill>
                  <a:schemeClr val="accent1"/>
                </a:solidFill>
              </a:defRPr>
            </a:pPr>
            <a:r>
              <a:t>Each keyword </a:t>
            </a:r>
            <a:r>
              <a:rPr i="1"/>
              <a:t>k</a:t>
            </a:r>
            <a:r>
              <a:t> from the set of keywords { </a:t>
            </a:r>
            <a:r>
              <a:rPr i="1"/>
              <a:t>k</a:t>
            </a:r>
            <a:r>
              <a:rPr i="1" baseline="-27111"/>
              <a:t>1</a:t>
            </a:r>
            <a:r>
              <a:rPr i="1"/>
              <a:t>, k</a:t>
            </a:r>
            <a:r>
              <a:rPr i="1" baseline="-27111"/>
              <a:t>2</a:t>
            </a:r>
            <a:r>
              <a:rPr i="1"/>
              <a:t>, k</a:t>
            </a:r>
            <a:r>
              <a:rPr i="1" baseline="-27111"/>
              <a:t>3</a:t>
            </a:r>
            <a:r>
              <a:rPr i="1"/>
              <a:t>,... k</a:t>
            </a:r>
            <a:r>
              <a:rPr i="1" baseline="-27111"/>
              <a:t>l</a:t>
            </a:r>
            <a:r>
              <a:t>} has queried a set of images</a:t>
            </a:r>
            <a:r>
              <a:rPr i="1"/>
              <a:t> i</a:t>
            </a:r>
            <a:r>
              <a:rPr i="1" baseline="-27111"/>
              <a:t>1</a:t>
            </a:r>
            <a:r>
              <a:rPr i="1"/>
              <a:t>, i</a:t>
            </a:r>
            <a:r>
              <a:rPr i="1" baseline="-27111"/>
              <a:t>2</a:t>
            </a:r>
            <a:r>
              <a:rPr i="1"/>
              <a:t>, i</a:t>
            </a:r>
            <a:r>
              <a:rPr i="1" baseline="-27111"/>
              <a:t>3</a:t>
            </a:r>
            <a:r>
              <a:rPr i="1"/>
              <a:t>… i</a:t>
            </a:r>
            <a:r>
              <a:rPr i="1" baseline="-27111"/>
              <a:t>m</a:t>
            </a:r>
          </a:p>
          <a:p>
            <a:pPr defTabSz="822959">
              <a:spcBef>
                <a:spcPts val="1400"/>
              </a:spcBef>
              <a:buClr>
                <a:schemeClr val="accent1"/>
              </a:buClr>
              <a:buSzTx/>
              <a:buNone/>
              <a:defRPr sz="1619">
                <a:solidFill>
                  <a:schemeClr val="accent1"/>
                </a:solidFill>
              </a:defRPr>
            </a:pPr>
            <a:r>
              <a:t>Each image </a:t>
            </a:r>
            <a:r>
              <a:rPr i="1"/>
              <a:t>i</a:t>
            </a:r>
            <a:r>
              <a:rPr i="1" baseline="-27111"/>
              <a:t>1</a:t>
            </a:r>
            <a:r>
              <a:t> has tags </a:t>
            </a:r>
            <a:r>
              <a:rPr i="1"/>
              <a:t>t</a:t>
            </a:r>
            <a:r>
              <a:rPr i="1" baseline="-27111"/>
              <a:t>11</a:t>
            </a:r>
            <a:r>
              <a:rPr i="1"/>
              <a:t>, t</a:t>
            </a:r>
            <a:r>
              <a:rPr i="1" baseline="-27111"/>
              <a:t>12</a:t>
            </a:r>
            <a:r>
              <a:rPr i="1"/>
              <a:t>, t</a:t>
            </a:r>
            <a:r>
              <a:rPr i="1" baseline="-27111"/>
              <a:t>13</a:t>
            </a:r>
            <a:r>
              <a:rPr i="1"/>
              <a:t>,... t</a:t>
            </a:r>
            <a:r>
              <a:rPr i="1" baseline="-27111"/>
              <a:t>1n</a:t>
            </a:r>
            <a:r>
              <a:t>  associated with it</a:t>
            </a:r>
          </a:p>
          <a:p>
            <a:pPr defTabSz="822959">
              <a:spcBef>
                <a:spcPts val="1400"/>
              </a:spcBef>
              <a:buClr>
                <a:schemeClr val="accent1"/>
              </a:buClr>
              <a:buSzTx/>
              <a:buNone/>
              <a:defRPr sz="1619">
                <a:solidFill>
                  <a:schemeClr val="accent1"/>
                </a:solidFill>
              </a:defRPr>
            </a:pPr>
            <a:r>
              <a:t>Take the average of vectors of all the images </a:t>
            </a:r>
            <a:r>
              <a:rPr i="1"/>
              <a:t>t</a:t>
            </a:r>
            <a:r>
              <a:rPr i="1" baseline="-27111"/>
              <a:t>11</a:t>
            </a:r>
            <a:r>
              <a:rPr i="1"/>
              <a:t>, t</a:t>
            </a:r>
            <a:r>
              <a:rPr i="1" baseline="-27111"/>
              <a:t>12</a:t>
            </a:r>
            <a:r>
              <a:rPr i="1"/>
              <a:t>, t</a:t>
            </a:r>
            <a:r>
              <a:rPr i="1" baseline="-27111"/>
              <a:t>13</a:t>
            </a:r>
            <a:r>
              <a:rPr i="1"/>
              <a:t>,... t</a:t>
            </a:r>
            <a:r>
              <a:rPr i="1" baseline="-27111"/>
              <a:t>1n </a:t>
            </a:r>
            <a:r>
              <a:t>as </a:t>
            </a:r>
            <a:r>
              <a:rPr i="1"/>
              <a:t>t</a:t>
            </a:r>
            <a:r>
              <a:rPr i="1" baseline="-27111"/>
              <a:t>1</a:t>
            </a:r>
          </a:p>
          <a:p>
            <a:pPr defTabSz="822959">
              <a:spcBef>
                <a:spcPts val="1400"/>
              </a:spcBef>
              <a:buClr>
                <a:schemeClr val="accent1"/>
              </a:buClr>
              <a:buSzTx/>
              <a:buNone/>
              <a:defRPr sz="1619" i="1" baseline="-27111">
                <a:solidFill>
                  <a:schemeClr val="accent1"/>
                </a:solidFill>
              </a:defRPr>
            </a:pPr>
            <a:r>
              <a:t> </a:t>
            </a:r>
            <a:r>
              <a:rPr i="0" baseline="0"/>
              <a:t>Take the Euclidean distance between </a:t>
            </a:r>
            <a:r>
              <a:rPr baseline="0"/>
              <a:t>k</a:t>
            </a:r>
            <a:r>
              <a:t>1 </a:t>
            </a:r>
            <a:r>
              <a:rPr i="0" baseline="0"/>
              <a:t>and </a:t>
            </a:r>
            <a:r>
              <a:rPr baseline="0"/>
              <a:t>t</a:t>
            </a:r>
            <a:r>
              <a:t>1 </a:t>
            </a:r>
            <a:r>
              <a:rPr i="0" baseline="0"/>
              <a:t>, similarly for </a:t>
            </a:r>
            <a:r>
              <a:rPr baseline="0"/>
              <a:t>k</a:t>
            </a:r>
            <a:r>
              <a:t>1 </a:t>
            </a:r>
            <a:r>
              <a:rPr i="0" baseline="0"/>
              <a:t>and </a:t>
            </a:r>
            <a:r>
              <a:rPr baseline="0"/>
              <a:t>t</a:t>
            </a:r>
            <a:r>
              <a:t>2 </a:t>
            </a:r>
            <a:r>
              <a:rPr baseline="0"/>
              <a:t>, …., k</a:t>
            </a:r>
            <a:r>
              <a:t>1 </a:t>
            </a:r>
            <a:r>
              <a:rPr i="0" baseline="0"/>
              <a:t>and </a:t>
            </a:r>
            <a:r>
              <a:rPr baseline="0"/>
              <a:t>t</a:t>
            </a:r>
            <a:r>
              <a:t>n</a:t>
            </a:r>
          </a:p>
          <a:p>
            <a:pPr defTabSz="822959">
              <a:spcBef>
                <a:spcPts val="1400"/>
              </a:spcBef>
              <a:buClr>
                <a:schemeClr val="accent1"/>
              </a:buClr>
              <a:buSzTx/>
              <a:buNone/>
              <a:defRPr sz="1619">
                <a:solidFill>
                  <a:schemeClr val="accent1"/>
                </a:solidFill>
              </a:defRPr>
            </a:pPr>
            <a:r>
              <a:t>Select the image </a:t>
            </a:r>
            <a:r>
              <a:rPr i="1"/>
              <a:t>i</a:t>
            </a:r>
            <a:r>
              <a:rPr i="1" baseline="-27111"/>
              <a:t>k </a:t>
            </a:r>
            <a:r>
              <a:t>corresponding to the minimum Euclidean distance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104"/>
          <p:cNvSpPr txBox="1">
            <a:spLocks noGrp="1"/>
          </p:cNvSpPr>
          <p:nvPr>
            <p:ph type="title"/>
          </p:nvPr>
        </p:nvSpPr>
        <p:spPr>
          <a:xfrm>
            <a:off x="265500" y="139349"/>
            <a:ext cx="4045200" cy="2576102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859536">
              <a:defRPr sz="3948"/>
            </a:lvl1pPr>
          </a:lstStyle>
          <a:p>
            <a:r>
              <a:t>Algorithm 2: Underlying Semantic Association</a:t>
            </a:r>
          </a:p>
        </p:txBody>
      </p:sp>
      <p:sp>
        <p:nvSpPr>
          <p:cNvPr id="137" name="Shape 105"/>
          <p:cNvSpPr txBox="1">
            <a:spLocks noGrp="1"/>
          </p:cNvSpPr>
          <p:nvPr>
            <p:ph type="body" sz="quarter" idx="1"/>
          </p:nvPr>
        </p:nvSpPr>
        <p:spPr>
          <a:xfrm>
            <a:off x="265500" y="2768999"/>
            <a:ext cx="4045200" cy="2280301"/>
          </a:xfrm>
          <a:prstGeom prst="rect">
            <a:avLst/>
          </a:prstGeom>
        </p:spPr>
        <p:txBody>
          <a:bodyPr/>
          <a:lstStyle>
            <a:lvl1pPr defTabSz="877823">
              <a:defRPr sz="2016"/>
            </a:lvl1pPr>
          </a:lstStyle>
          <a:p>
            <a:r>
              <a:t>Idea: There are hidden underlying semantic associations between keywords in a paragraph. By comparing every other keyword with every other tag, we can identify the best set of tags.</a:t>
            </a:r>
          </a:p>
        </p:txBody>
      </p:sp>
      <p:sp>
        <p:nvSpPr>
          <p:cNvPr id="138" name="Shape 106"/>
          <p:cNvSpPr txBox="1">
            <a:spLocks noGrp="1"/>
          </p:cNvSpPr>
          <p:nvPr>
            <p:ph type="body" idx="13"/>
          </p:nvPr>
        </p:nvSpPr>
        <p:spPr>
          <a:xfrm>
            <a:off x="4925100" y="57875"/>
            <a:ext cx="3837001" cy="49914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pPr defTabSz="822959">
              <a:spcBef>
                <a:spcPts val="1400"/>
              </a:spcBef>
              <a:buClr>
                <a:schemeClr val="accent1"/>
              </a:buClr>
              <a:buSzTx/>
              <a:buNone/>
              <a:defRPr sz="1079">
                <a:solidFill>
                  <a:schemeClr val="accent1"/>
                </a:solidFill>
              </a:defRPr>
            </a:pPr>
            <a:r>
              <a:t>Each keyword </a:t>
            </a:r>
            <a:r>
              <a:rPr i="1"/>
              <a:t>k</a:t>
            </a:r>
            <a:r>
              <a:t> from the set of keywords { </a:t>
            </a:r>
            <a:r>
              <a:rPr i="1"/>
              <a:t>k</a:t>
            </a:r>
            <a:r>
              <a:rPr i="1" baseline="-27111"/>
              <a:t>1</a:t>
            </a:r>
            <a:r>
              <a:rPr i="1"/>
              <a:t>, k</a:t>
            </a:r>
            <a:r>
              <a:rPr i="1" baseline="-27111"/>
              <a:t>2</a:t>
            </a:r>
            <a:r>
              <a:rPr i="1"/>
              <a:t>, k</a:t>
            </a:r>
            <a:r>
              <a:rPr i="1" baseline="-27111"/>
              <a:t>3</a:t>
            </a:r>
            <a:r>
              <a:rPr i="1"/>
              <a:t>,... k</a:t>
            </a:r>
            <a:r>
              <a:rPr i="1" baseline="-27111"/>
              <a:t>l</a:t>
            </a:r>
            <a:r>
              <a:t>} has queried a set of images</a:t>
            </a:r>
            <a:r>
              <a:rPr i="1"/>
              <a:t> i</a:t>
            </a:r>
            <a:r>
              <a:rPr i="1" baseline="-27111"/>
              <a:t>1</a:t>
            </a:r>
            <a:r>
              <a:rPr i="1"/>
              <a:t>, i</a:t>
            </a:r>
            <a:r>
              <a:rPr i="1" baseline="-27111"/>
              <a:t>2</a:t>
            </a:r>
            <a:r>
              <a:rPr i="1"/>
              <a:t>, i</a:t>
            </a:r>
            <a:r>
              <a:rPr i="1" baseline="-27111"/>
              <a:t>3</a:t>
            </a:r>
            <a:r>
              <a:rPr i="1"/>
              <a:t>… i</a:t>
            </a:r>
            <a:r>
              <a:rPr i="1" baseline="-27111"/>
              <a:t>m</a:t>
            </a:r>
            <a:r>
              <a:t> .Each image </a:t>
            </a:r>
            <a:r>
              <a:rPr i="1"/>
              <a:t>i</a:t>
            </a:r>
            <a:r>
              <a:rPr i="1" baseline="-27111"/>
              <a:t>1</a:t>
            </a:r>
            <a:r>
              <a:t> has tags </a:t>
            </a:r>
            <a:r>
              <a:rPr i="1"/>
              <a:t>t</a:t>
            </a:r>
            <a:r>
              <a:rPr i="1" baseline="-27111"/>
              <a:t>11</a:t>
            </a:r>
            <a:r>
              <a:rPr i="1"/>
              <a:t>, t</a:t>
            </a:r>
            <a:r>
              <a:rPr i="1" baseline="-27111"/>
              <a:t>12</a:t>
            </a:r>
            <a:r>
              <a:rPr i="1"/>
              <a:t>, t</a:t>
            </a:r>
            <a:r>
              <a:rPr i="1" baseline="-27111"/>
              <a:t>13</a:t>
            </a:r>
            <a:r>
              <a:rPr i="1"/>
              <a:t>,... t</a:t>
            </a:r>
            <a:r>
              <a:rPr i="1" baseline="-27111"/>
              <a:t>1n</a:t>
            </a:r>
            <a:r>
              <a:t>  associated with it.</a:t>
            </a:r>
          </a:p>
          <a:p>
            <a:pPr defTabSz="822959">
              <a:spcBef>
                <a:spcPts val="1400"/>
              </a:spcBef>
              <a:buClr>
                <a:schemeClr val="accent1"/>
              </a:buClr>
              <a:buSzTx/>
              <a:buNone/>
              <a:defRPr sz="1079">
                <a:solidFill>
                  <a:schemeClr val="accent1"/>
                </a:solidFill>
              </a:defRPr>
            </a:pPr>
            <a:r>
              <a:t>Take the Euclidean distance between of vectors of </a:t>
            </a:r>
            <a:r>
              <a:rPr i="1"/>
              <a:t>k</a:t>
            </a:r>
            <a:r>
              <a:rPr i="1" baseline="-27111"/>
              <a:t>1 </a:t>
            </a:r>
            <a:r>
              <a:t>and </a:t>
            </a:r>
            <a:r>
              <a:rPr i="1"/>
              <a:t>t</a:t>
            </a:r>
            <a:r>
              <a:rPr i="1" baseline="-27111"/>
              <a:t>11 </a:t>
            </a:r>
            <a:r>
              <a:t>as </a:t>
            </a:r>
            <a:r>
              <a:rPr i="1"/>
              <a:t>k</a:t>
            </a:r>
            <a:r>
              <a:rPr i="1" baseline="-27111"/>
              <a:t>1</a:t>
            </a:r>
            <a:r>
              <a:rPr i="1"/>
              <a:t>t</a:t>
            </a:r>
            <a:r>
              <a:rPr i="1" baseline="-27111"/>
              <a:t>11 </a:t>
            </a:r>
            <a:r>
              <a:rPr i="1"/>
              <a:t>, k</a:t>
            </a:r>
            <a:r>
              <a:rPr i="1" baseline="-27111"/>
              <a:t>1 </a:t>
            </a:r>
            <a:r>
              <a:t>and </a:t>
            </a:r>
            <a:r>
              <a:rPr i="1"/>
              <a:t>t</a:t>
            </a:r>
            <a:r>
              <a:rPr i="1" baseline="-27111"/>
              <a:t>12  </a:t>
            </a:r>
            <a:r>
              <a:t>as </a:t>
            </a:r>
            <a:r>
              <a:rPr i="1"/>
              <a:t>k</a:t>
            </a:r>
            <a:r>
              <a:rPr i="1" baseline="-27111"/>
              <a:t>1</a:t>
            </a:r>
            <a:r>
              <a:rPr i="1"/>
              <a:t>t</a:t>
            </a:r>
            <a:r>
              <a:rPr i="1" baseline="-27111"/>
              <a:t>12 , … </a:t>
            </a:r>
            <a:r>
              <a:rPr i="1"/>
              <a:t>k</a:t>
            </a:r>
            <a:r>
              <a:rPr i="1" baseline="-27111"/>
              <a:t>n </a:t>
            </a:r>
            <a:r>
              <a:t>and </a:t>
            </a:r>
            <a:r>
              <a:rPr i="1"/>
              <a:t>t</a:t>
            </a:r>
            <a:r>
              <a:rPr i="1" baseline="-27111"/>
              <a:t>1n </a:t>
            </a:r>
            <a:r>
              <a:t>as </a:t>
            </a:r>
            <a:r>
              <a:rPr i="1"/>
              <a:t>k</a:t>
            </a:r>
            <a:r>
              <a:rPr i="1" baseline="-27111"/>
              <a:t>1</a:t>
            </a:r>
            <a:r>
              <a:rPr i="1"/>
              <a:t>t</a:t>
            </a:r>
            <a:r>
              <a:rPr i="1" baseline="-27111"/>
              <a:t>11. </a:t>
            </a:r>
            <a:r>
              <a:t>Repeat for </a:t>
            </a:r>
            <a:r>
              <a:rPr i="1"/>
              <a:t> i</a:t>
            </a:r>
            <a:r>
              <a:rPr i="1" baseline="-27111"/>
              <a:t>2</a:t>
            </a:r>
            <a:r>
              <a:rPr i="1"/>
              <a:t>, i</a:t>
            </a:r>
            <a:r>
              <a:rPr i="1" baseline="-27111"/>
              <a:t>3</a:t>
            </a:r>
            <a:r>
              <a:rPr i="1"/>
              <a:t>… i</a:t>
            </a:r>
            <a:r>
              <a:rPr i="1" baseline="-27111"/>
              <a:t>m</a:t>
            </a:r>
          </a:p>
          <a:p>
            <a:pPr defTabSz="822959">
              <a:spcBef>
                <a:spcPts val="1400"/>
              </a:spcBef>
              <a:buClr>
                <a:schemeClr val="accent1"/>
              </a:buClr>
              <a:buSzTx/>
              <a:buNone/>
              <a:defRPr sz="1079">
                <a:solidFill>
                  <a:schemeClr val="accent1"/>
                </a:solidFill>
              </a:defRPr>
            </a:pPr>
            <a:r>
              <a:t>Now rescale all these distances between 0 and 1. Since distance is a measure of dissimilarity, subtract from 1 to get a measure of similarity</a:t>
            </a:r>
          </a:p>
          <a:p>
            <a:pPr defTabSz="822959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None/>
              <a:defRPr sz="1079">
                <a:solidFill>
                  <a:schemeClr val="accent1"/>
                </a:solidFill>
              </a:defRPr>
            </a:pPr>
            <a:r>
              <a:t>Add up the similarity  </a:t>
            </a:r>
            <a:r>
              <a:rPr i="1"/>
              <a:t>k</a:t>
            </a:r>
            <a:r>
              <a:rPr i="1" baseline="-27111"/>
              <a:t>1</a:t>
            </a:r>
            <a:r>
              <a:rPr i="1"/>
              <a:t>t</a:t>
            </a:r>
            <a:r>
              <a:rPr i="1" baseline="-27111"/>
              <a:t>11</a:t>
            </a:r>
            <a:r>
              <a:rPr i="1" baseline="29777"/>
              <a:t>’ </a:t>
            </a:r>
            <a:r>
              <a:rPr i="1"/>
              <a:t>+ k</a:t>
            </a:r>
            <a:r>
              <a:rPr i="1" baseline="-27111"/>
              <a:t>1</a:t>
            </a:r>
            <a:r>
              <a:rPr i="1"/>
              <a:t>t</a:t>
            </a:r>
            <a:r>
              <a:rPr i="1" baseline="-27111"/>
              <a:t>12 </a:t>
            </a:r>
            <a:r>
              <a:rPr i="1" baseline="29777"/>
              <a:t> ’ </a:t>
            </a:r>
            <a:r>
              <a:rPr i="1"/>
              <a:t>+ .. k</a:t>
            </a:r>
            <a:r>
              <a:rPr i="1" baseline="-27111"/>
              <a:t>1</a:t>
            </a:r>
            <a:r>
              <a:rPr i="1"/>
              <a:t>t</a:t>
            </a:r>
            <a:r>
              <a:rPr i="1" baseline="-27111"/>
              <a:t>1n1</a:t>
            </a:r>
            <a:r>
              <a:rPr i="1" baseline="29777"/>
              <a:t>’ </a:t>
            </a:r>
            <a:r>
              <a:rPr i="1"/>
              <a:t>= k</a:t>
            </a:r>
            <a:r>
              <a:rPr i="1" baseline="-27111"/>
              <a:t>1</a:t>
            </a:r>
            <a:r>
              <a:rPr i="1"/>
              <a:t>t</a:t>
            </a:r>
            <a:r>
              <a:rPr i="1" baseline="-27111"/>
              <a:t>1 </a:t>
            </a:r>
            <a:r>
              <a:rPr i="1" baseline="29777"/>
              <a:t>’ </a:t>
            </a:r>
            <a:r>
              <a:rPr i="1" baseline="-27111"/>
              <a:t> </a:t>
            </a:r>
            <a:r>
              <a:rPr sz="1260" i="1"/>
              <a:t>k</a:t>
            </a:r>
            <a:r>
              <a:rPr sz="1260" i="1" baseline="-27111"/>
              <a:t>1</a:t>
            </a:r>
            <a:r>
              <a:rPr sz="1260" i="1"/>
              <a:t>t</a:t>
            </a:r>
            <a:r>
              <a:rPr sz="1260" i="1" baseline="-27111"/>
              <a:t>21</a:t>
            </a:r>
            <a:r>
              <a:rPr i="1" baseline="29777"/>
              <a:t>’  </a:t>
            </a:r>
            <a:r>
              <a:rPr sz="1260" i="1"/>
              <a:t>+ k</a:t>
            </a:r>
            <a:r>
              <a:rPr sz="1260" i="1" baseline="-27111"/>
              <a:t>1</a:t>
            </a:r>
            <a:r>
              <a:rPr sz="1260" i="1"/>
              <a:t>t</a:t>
            </a:r>
            <a:r>
              <a:rPr sz="1260" i="1" baseline="-27111"/>
              <a:t>22 </a:t>
            </a:r>
            <a:r>
              <a:rPr i="1" baseline="29777"/>
              <a:t>’ </a:t>
            </a:r>
            <a:r>
              <a:rPr sz="1260" i="1"/>
              <a:t>+ .. k</a:t>
            </a:r>
            <a:r>
              <a:rPr sz="1260" i="1" baseline="-27111"/>
              <a:t>1</a:t>
            </a:r>
            <a:r>
              <a:rPr sz="1260" i="1"/>
              <a:t>t</a:t>
            </a:r>
            <a:r>
              <a:rPr sz="1260" i="1" baseline="-27111"/>
              <a:t>2n2</a:t>
            </a:r>
            <a:r>
              <a:rPr i="1" baseline="29777"/>
              <a:t>’  </a:t>
            </a:r>
            <a:r>
              <a:rPr sz="1260" i="1"/>
              <a:t>= k</a:t>
            </a:r>
            <a:r>
              <a:rPr sz="1260" i="1" baseline="-27111"/>
              <a:t>1</a:t>
            </a:r>
            <a:r>
              <a:rPr sz="1260" i="1"/>
              <a:t>t</a:t>
            </a:r>
            <a:r>
              <a:rPr sz="1260" i="1" baseline="-27111"/>
              <a:t>2 </a:t>
            </a:r>
            <a:r>
              <a:rPr i="1" baseline="29777"/>
              <a:t>’ </a:t>
            </a:r>
            <a:r>
              <a:rPr sz="1260" i="1" baseline="-27111"/>
              <a:t>, … 	</a:t>
            </a:r>
          </a:p>
          <a:p>
            <a:pPr defTabSz="822959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None/>
              <a:defRPr sz="1260" i="1">
                <a:solidFill>
                  <a:schemeClr val="accent1"/>
                </a:solidFill>
              </a:defRPr>
            </a:pPr>
            <a:r>
              <a:t>k</a:t>
            </a:r>
            <a:r>
              <a:rPr baseline="-27111"/>
              <a:t>1</a:t>
            </a:r>
            <a:r>
              <a:t>t</a:t>
            </a:r>
            <a:r>
              <a:rPr baseline="-27111"/>
              <a:t>m1</a:t>
            </a:r>
            <a:r>
              <a:rPr sz="1079" baseline="29777"/>
              <a:t>’ </a:t>
            </a:r>
            <a:r>
              <a:t>+ k</a:t>
            </a:r>
            <a:r>
              <a:rPr baseline="-27111"/>
              <a:t>1</a:t>
            </a:r>
            <a:r>
              <a:t>t</a:t>
            </a:r>
            <a:r>
              <a:rPr baseline="-27111"/>
              <a:t>m2 </a:t>
            </a:r>
            <a:r>
              <a:rPr sz="1079" baseline="29777"/>
              <a:t>’ </a:t>
            </a:r>
            <a:r>
              <a:t>+ ..k</a:t>
            </a:r>
            <a:r>
              <a:rPr baseline="-27111"/>
              <a:t>1</a:t>
            </a:r>
            <a:r>
              <a:t>t</a:t>
            </a:r>
            <a:r>
              <a:rPr baseline="-27111"/>
              <a:t>mnm</a:t>
            </a:r>
            <a:r>
              <a:rPr sz="1079" baseline="29777"/>
              <a:t>’  </a:t>
            </a:r>
            <a:r>
              <a:t>= k</a:t>
            </a:r>
            <a:r>
              <a:rPr baseline="-27111"/>
              <a:t>1</a:t>
            </a:r>
            <a:r>
              <a:t>t</a:t>
            </a:r>
            <a:r>
              <a:rPr baseline="-27111"/>
              <a:t>m </a:t>
            </a:r>
            <a:r>
              <a:rPr sz="1079" baseline="29777"/>
              <a:t>’ </a:t>
            </a:r>
          </a:p>
          <a:p>
            <a:pPr defTabSz="822959">
              <a:lnSpc>
                <a:spcPct val="100000"/>
              </a:lnSpc>
              <a:spcBef>
                <a:spcPts val="0"/>
              </a:spcBef>
              <a:buClr>
                <a:schemeClr val="accent1"/>
              </a:buClr>
              <a:buSzTx/>
              <a:buNone/>
              <a:defRPr sz="1619">
                <a:solidFill>
                  <a:schemeClr val="accent1"/>
                </a:solidFill>
              </a:defRPr>
            </a:pPr>
            <a:endParaRPr sz="1079" i="1" baseline="29777"/>
          </a:p>
          <a:p>
            <a:pPr defTabSz="822959">
              <a:spcBef>
                <a:spcPts val="0"/>
              </a:spcBef>
              <a:buClr>
                <a:schemeClr val="accent1"/>
              </a:buClr>
              <a:buSzTx/>
              <a:buNone/>
              <a:defRPr sz="1079" i="1">
                <a:solidFill>
                  <a:schemeClr val="accent1"/>
                </a:solidFill>
              </a:defRPr>
            </a:pPr>
            <a:r>
              <a:t>k</a:t>
            </a:r>
            <a:r>
              <a:rPr baseline="-27111"/>
              <a:t>2</a:t>
            </a:r>
            <a:r>
              <a:t>t</a:t>
            </a:r>
            <a:r>
              <a:rPr baseline="-27111"/>
              <a:t>11</a:t>
            </a:r>
            <a:r>
              <a:rPr baseline="29777"/>
              <a:t>’ </a:t>
            </a:r>
            <a:r>
              <a:t>+ k</a:t>
            </a:r>
            <a:r>
              <a:rPr baseline="-27111"/>
              <a:t>2</a:t>
            </a:r>
            <a:r>
              <a:t>t</a:t>
            </a:r>
            <a:r>
              <a:rPr baseline="-27111"/>
              <a:t>12 </a:t>
            </a:r>
            <a:r>
              <a:rPr baseline="29777"/>
              <a:t> ’ </a:t>
            </a:r>
            <a:r>
              <a:t>+ .. k</a:t>
            </a:r>
            <a:r>
              <a:rPr baseline="-27111"/>
              <a:t>2</a:t>
            </a:r>
            <a:r>
              <a:t>t</a:t>
            </a:r>
            <a:r>
              <a:rPr baseline="-27111"/>
              <a:t>1n1</a:t>
            </a:r>
            <a:r>
              <a:rPr baseline="29777"/>
              <a:t>’ </a:t>
            </a:r>
            <a:r>
              <a:t>= k</a:t>
            </a:r>
            <a:r>
              <a:rPr baseline="-27111"/>
              <a:t>2</a:t>
            </a:r>
            <a:r>
              <a:t>t</a:t>
            </a:r>
            <a:r>
              <a:rPr baseline="-27111"/>
              <a:t>1 </a:t>
            </a:r>
            <a:r>
              <a:rPr baseline="29777"/>
              <a:t>’ </a:t>
            </a:r>
            <a:r>
              <a:rPr baseline="-27111"/>
              <a:t> </a:t>
            </a:r>
          </a:p>
          <a:p>
            <a:pPr defTabSz="822959">
              <a:spcBef>
                <a:spcPts val="0"/>
              </a:spcBef>
              <a:buClr>
                <a:schemeClr val="accent1"/>
              </a:buClr>
              <a:buSzTx/>
              <a:buNone/>
              <a:defRPr sz="1260" i="1">
                <a:solidFill>
                  <a:schemeClr val="accent1"/>
                </a:solidFill>
              </a:defRPr>
            </a:pPr>
            <a:r>
              <a:t>k</a:t>
            </a:r>
            <a:r>
              <a:rPr baseline="-27111"/>
              <a:t>2</a:t>
            </a:r>
            <a:r>
              <a:t>t</a:t>
            </a:r>
            <a:r>
              <a:rPr baseline="-27111"/>
              <a:t>21</a:t>
            </a:r>
            <a:r>
              <a:rPr sz="1079" baseline="29777"/>
              <a:t>’  </a:t>
            </a:r>
            <a:r>
              <a:t>+ k</a:t>
            </a:r>
            <a:r>
              <a:rPr baseline="-27111"/>
              <a:t>2</a:t>
            </a:r>
            <a:r>
              <a:t>t</a:t>
            </a:r>
            <a:r>
              <a:rPr baseline="-27111"/>
              <a:t>22 </a:t>
            </a:r>
            <a:r>
              <a:rPr sz="1079" baseline="29777"/>
              <a:t>’ </a:t>
            </a:r>
            <a:r>
              <a:t>+ .. k</a:t>
            </a:r>
            <a:r>
              <a:rPr baseline="-27111"/>
              <a:t>2</a:t>
            </a:r>
            <a:r>
              <a:t>t</a:t>
            </a:r>
            <a:r>
              <a:rPr baseline="-27111"/>
              <a:t>2n2</a:t>
            </a:r>
            <a:r>
              <a:rPr sz="1079" baseline="29777"/>
              <a:t>’  </a:t>
            </a:r>
            <a:r>
              <a:t>= k</a:t>
            </a:r>
            <a:r>
              <a:rPr baseline="-27111"/>
              <a:t>2</a:t>
            </a:r>
            <a:r>
              <a:t>t</a:t>
            </a:r>
            <a:r>
              <a:rPr baseline="-27111"/>
              <a:t>2 </a:t>
            </a:r>
            <a:r>
              <a:rPr sz="1079" baseline="29777"/>
              <a:t>’ </a:t>
            </a:r>
          </a:p>
          <a:p>
            <a:pPr defTabSz="822959">
              <a:spcBef>
                <a:spcPts val="0"/>
              </a:spcBef>
              <a:buClr>
                <a:schemeClr val="accent1"/>
              </a:buClr>
              <a:buSzTx/>
              <a:buNone/>
              <a:defRPr sz="1260" i="1" baseline="-27111">
                <a:solidFill>
                  <a:schemeClr val="accent1"/>
                </a:solidFill>
              </a:defRPr>
            </a:pPr>
            <a:r>
              <a:t> </a:t>
            </a:r>
            <a:r>
              <a:rPr baseline="0"/>
              <a:t>k</a:t>
            </a:r>
            <a:r>
              <a:t>2</a:t>
            </a:r>
            <a:r>
              <a:rPr baseline="0"/>
              <a:t>t</a:t>
            </a:r>
            <a:r>
              <a:t>m1</a:t>
            </a:r>
            <a:r>
              <a:rPr sz="1079" baseline="29777"/>
              <a:t>’ </a:t>
            </a:r>
            <a:r>
              <a:rPr baseline="0"/>
              <a:t>+ k</a:t>
            </a:r>
            <a:r>
              <a:t>2</a:t>
            </a:r>
            <a:r>
              <a:rPr baseline="0"/>
              <a:t>t</a:t>
            </a:r>
            <a:r>
              <a:t>m2 </a:t>
            </a:r>
            <a:r>
              <a:rPr sz="1079" baseline="29777"/>
              <a:t>’ </a:t>
            </a:r>
            <a:r>
              <a:rPr baseline="0"/>
              <a:t>+ ... k</a:t>
            </a:r>
            <a:r>
              <a:t>2</a:t>
            </a:r>
            <a:r>
              <a:rPr baseline="0"/>
              <a:t>t</a:t>
            </a:r>
            <a:r>
              <a:t>mnm</a:t>
            </a:r>
            <a:r>
              <a:rPr sz="1079" baseline="29777"/>
              <a:t>’  </a:t>
            </a:r>
            <a:r>
              <a:rPr baseline="0"/>
              <a:t>= k</a:t>
            </a:r>
            <a:r>
              <a:t>2</a:t>
            </a:r>
            <a:r>
              <a:rPr baseline="0"/>
              <a:t>t</a:t>
            </a:r>
            <a:r>
              <a:t>m </a:t>
            </a:r>
            <a:r>
              <a:rPr sz="1079" baseline="29777"/>
              <a:t>’ </a:t>
            </a:r>
          </a:p>
          <a:p>
            <a:pPr defTabSz="822959">
              <a:spcBef>
                <a:spcPts val="0"/>
              </a:spcBef>
              <a:buClr>
                <a:schemeClr val="accent1"/>
              </a:buClr>
              <a:buSzTx/>
              <a:buNone/>
              <a:defRPr sz="1619">
                <a:solidFill>
                  <a:schemeClr val="accent1"/>
                </a:solidFill>
              </a:defRPr>
            </a:pPr>
            <a:endParaRPr sz="1079" i="1" baseline="29777"/>
          </a:p>
          <a:p>
            <a:pPr defTabSz="822959">
              <a:spcBef>
                <a:spcPts val="0"/>
              </a:spcBef>
              <a:buClr>
                <a:schemeClr val="accent1"/>
              </a:buClr>
              <a:buSzTx/>
              <a:buNone/>
              <a:defRPr sz="1619">
                <a:solidFill>
                  <a:schemeClr val="accent1"/>
                </a:solidFill>
              </a:defRPr>
            </a:pPr>
            <a:endParaRPr sz="1079" i="1" baseline="29777"/>
          </a:p>
          <a:p>
            <a:pPr defTabSz="822959">
              <a:spcBef>
                <a:spcPts val="1400"/>
              </a:spcBef>
              <a:buClr>
                <a:schemeClr val="accent1"/>
              </a:buClr>
              <a:buSzTx/>
              <a:buNone/>
              <a:defRPr sz="1079">
                <a:solidFill>
                  <a:schemeClr val="accent1"/>
                </a:solidFill>
              </a:defRPr>
            </a:pPr>
            <a:r>
              <a:t>Select the image corresponding to the maximum similarity (</a:t>
            </a:r>
            <a:r>
              <a:rPr i="1"/>
              <a:t>k</a:t>
            </a:r>
            <a:r>
              <a:rPr i="1" baseline="-27111"/>
              <a:t>1</a:t>
            </a:r>
            <a:r>
              <a:rPr i="1"/>
              <a:t>t</a:t>
            </a:r>
            <a:r>
              <a:rPr i="1" baseline="-27111"/>
              <a:t>k</a:t>
            </a:r>
            <a:r>
              <a:rPr i="1" baseline="29777"/>
              <a:t>’ </a:t>
            </a:r>
            <a:r>
              <a:t>+ </a:t>
            </a:r>
            <a:r>
              <a:rPr i="1"/>
              <a:t>k</a:t>
            </a:r>
            <a:r>
              <a:rPr i="1" baseline="-27111"/>
              <a:t>2</a:t>
            </a:r>
            <a:r>
              <a:rPr i="1"/>
              <a:t>t</a:t>
            </a:r>
            <a:r>
              <a:rPr i="1" baseline="-27111"/>
              <a:t>k</a:t>
            </a:r>
            <a:r>
              <a:rPr i="1" baseline="29777"/>
              <a:t>’</a:t>
            </a:r>
            <a:r>
              <a:t>+ </a:t>
            </a:r>
            <a:r>
              <a:rPr i="1"/>
              <a:t>k</a:t>
            </a:r>
            <a:r>
              <a:rPr i="1" baseline="-27111"/>
              <a:t>3</a:t>
            </a:r>
            <a:r>
              <a:rPr i="1"/>
              <a:t>t</a:t>
            </a:r>
            <a:r>
              <a:rPr i="1" baseline="-27111"/>
              <a:t>k</a:t>
            </a:r>
            <a:r>
              <a:rPr i="1" baseline="29777"/>
              <a:t>’</a:t>
            </a:r>
            <a:r>
              <a:t>+ …  </a:t>
            </a:r>
            <a:r>
              <a:rPr i="1"/>
              <a:t>k</a:t>
            </a:r>
            <a:r>
              <a:rPr i="1" baseline="-27111"/>
              <a:t>l</a:t>
            </a:r>
            <a:r>
              <a:rPr i="1"/>
              <a:t>t</a:t>
            </a:r>
            <a:r>
              <a:rPr i="1" baseline="-27111"/>
              <a:t>k</a:t>
            </a:r>
            <a:r>
              <a:rPr i="1" baseline="29777"/>
              <a:t>’</a:t>
            </a:r>
            <a:r>
              <a:t>)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90"/>
          <p:cNvSpPr txBox="1">
            <a:spLocks noGrp="1"/>
          </p:cNvSpPr>
          <p:nvPr>
            <p:ph type="title"/>
          </p:nvPr>
        </p:nvSpPr>
        <p:spPr>
          <a:xfrm>
            <a:off x="322396" y="260599"/>
            <a:ext cx="7217483" cy="949500"/>
          </a:xfrm>
          <a:prstGeom prst="rect">
            <a:avLst/>
          </a:prstGeom>
        </p:spPr>
        <p:txBody>
          <a:bodyPr>
            <a:normAutofit/>
          </a:bodyPr>
          <a:lstStyle>
            <a:lvl1pPr defTabSz="841247">
              <a:defRPr sz="4968"/>
            </a:lvl1pPr>
          </a:lstStyle>
          <a:p>
            <a:r>
              <a:rPr lang="en-US" dirty="0"/>
              <a:t>Evaluate the Performance</a:t>
            </a:r>
            <a:endParaRPr dirty="0"/>
          </a:p>
        </p:txBody>
      </p:sp>
      <p:sp>
        <p:nvSpPr>
          <p:cNvPr id="130" name="Shape 92"/>
          <p:cNvSpPr txBox="1">
            <a:spLocks noGrp="1"/>
          </p:cNvSpPr>
          <p:nvPr>
            <p:ph type="body" idx="4294967295"/>
          </p:nvPr>
        </p:nvSpPr>
        <p:spPr>
          <a:xfrm>
            <a:off x="370202" y="1803831"/>
            <a:ext cx="8403593" cy="811111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marL="76200" algn="ctr">
              <a:spcBef>
                <a:spcPts val="0"/>
              </a:spcBef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pPr>
            <a:r>
              <a:rPr lang="en-US" sz="2000" dirty="0"/>
              <a:t>Show people the images picked by </a:t>
            </a:r>
            <a:r>
              <a:rPr lang="en-US" sz="2000" i="1" dirty="0">
                <a:solidFill>
                  <a:schemeClr val="accent2">
                    <a:lumMod val="50000"/>
                  </a:schemeClr>
                </a:solidFill>
              </a:rPr>
              <a:t>Algorithm1</a:t>
            </a:r>
            <a:r>
              <a:rPr lang="en-US" sz="2000" dirty="0"/>
              <a:t> and </a:t>
            </a:r>
            <a:r>
              <a:rPr lang="en-US" sz="2000" i="1" dirty="0">
                <a:solidFill>
                  <a:schemeClr val="accent2">
                    <a:lumMod val="50000"/>
                  </a:schemeClr>
                </a:solidFill>
              </a:rPr>
              <a:t>Algorithm2</a:t>
            </a:r>
            <a:r>
              <a:rPr lang="en-US" sz="2000" i="1" dirty="0"/>
              <a:t> and some images we picked </a:t>
            </a:r>
            <a:r>
              <a:rPr lang="en-US" sz="2000" i="1" dirty="0">
                <a:solidFill>
                  <a:schemeClr val="accent2">
                    <a:lumMod val="50000"/>
                  </a:schemeClr>
                </a:solidFill>
              </a:rPr>
              <a:t>manually </a:t>
            </a:r>
            <a:r>
              <a:rPr lang="en-US" sz="2100" dirty="0">
                <a:solidFill>
                  <a:srgbClr val="FFFFFF"/>
                </a:solidFill>
              </a:rPr>
              <a:t>and let them decide which one is the best</a:t>
            </a:r>
            <a:endParaRPr sz="2100" dirty="0">
              <a:solidFill>
                <a:srgbClr val="FFFFFF"/>
              </a:solidFill>
            </a:endParaRPr>
          </a:p>
        </p:txBody>
      </p:sp>
      <p:sp>
        <p:nvSpPr>
          <p:cNvPr id="4" name="Shape 90">
            <a:extLst>
              <a:ext uri="{FF2B5EF4-FFF2-40B4-BE49-F238E27FC236}">
                <a16:creationId xmlns:a16="http://schemas.microsoft.com/office/drawing/2014/main" id="{5266F069-9005-4EF1-9AB9-4745C12E8AF2}"/>
              </a:ext>
            </a:extLst>
          </p:cNvPr>
          <p:cNvSpPr txBox="1">
            <a:spLocks/>
          </p:cNvSpPr>
          <p:nvPr/>
        </p:nvSpPr>
        <p:spPr>
          <a:xfrm>
            <a:off x="322397" y="1034578"/>
            <a:ext cx="7217483" cy="7407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 anchor="ctr">
            <a:normAutofit/>
          </a:bodyPr>
          <a:lstStyle>
            <a:lvl1pPr marL="0" marR="0" indent="0" algn="l" defTabSz="841247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968" b="0" i="0" u="none" strike="noStrike" cap="none" spc="0" baseline="0">
                <a:ln>
                  <a:noFill/>
                </a:ln>
                <a:solidFill>
                  <a:schemeClr val="accent1"/>
                </a:solidFill>
                <a:uFillTx/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0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hangingPunct="1"/>
            <a:r>
              <a:rPr lang="en-US" sz="32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User survey</a:t>
            </a:r>
            <a:endParaRPr lang="en-US" sz="5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68951C16-C47F-4E9A-8C91-40237FE9FD40}"/>
              </a:ext>
            </a:extLst>
          </p:cNvPr>
          <p:cNvSpPr/>
          <p:nvPr/>
        </p:nvSpPr>
        <p:spPr>
          <a:xfrm>
            <a:off x="4501461" y="2570214"/>
            <a:ext cx="141078" cy="266483"/>
          </a:xfrm>
          <a:prstGeom prst="downArrow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Shape 92">
            <a:extLst>
              <a:ext uri="{FF2B5EF4-FFF2-40B4-BE49-F238E27FC236}">
                <a16:creationId xmlns:a16="http://schemas.microsoft.com/office/drawing/2014/main" id="{62CFB077-F647-40ED-AF0F-43585C103E17}"/>
              </a:ext>
            </a:extLst>
          </p:cNvPr>
          <p:cNvSpPr txBox="1">
            <a:spLocks/>
          </p:cNvSpPr>
          <p:nvPr/>
        </p:nvSpPr>
        <p:spPr>
          <a:xfrm>
            <a:off x="370203" y="2829374"/>
            <a:ext cx="8403593" cy="811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normAutofit/>
          </a:bodyPr>
          <a:lstStyle>
            <a:lvl1pPr marL="0" marR="0" indent="0" algn="l" defTabSz="914400" rtl="0" latinLnBrk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"/>
              <a:buChar char="●"/>
              <a:tabLst/>
              <a:defRPr sz="1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L="0" marR="0" indent="0" algn="l" defTabSz="914400" rtl="0" latinLnBrk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"/>
              <a:buChar char="○"/>
              <a:tabLst/>
              <a:defRPr sz="1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L="0" marR="0" indent="0" algn="l" defTabSz="914400" rtl="0" latinLnBrk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"/>
              <a:buChar char="■"/>
              <a:tabLst/>
              <a:defRPr sz="1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L="0" marR="0" indent="0" algn="l" defTabSz="914400" rtl="0" latinLnBrk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"/>
              <a:buChar char="●"/>
              <a:tabLst/>
              <a:defRPr sz="1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L="0" marR="0" indent="0" algn="l" defTabSz="914400" rtl="0" latinLnBrk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"/>
              <a:buChar char="○"/>
              <a:tabLst/>
              <a:defRPr sz="1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L="0" marR="0" indent="0" algn="l" defTabSz="914400" rtl="0" latinLnBrk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"/>
              <a:buChar char="■"/>
              <a:tabLst/>
              <a:defRPr sz="1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L="0" marR="0" indent="0" algn="l" defTabSz="914400" rtl="0" latinLnBrk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"/>
              <a:buChar char="●"/>
              <a:tabLst/>
              <a:defRPr sz="1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L="0" marR="0" indent="0" algn="l" defTabSz="914400" rtl="0" latinLnBrk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"/>
              <a:buChar char="○"/>
              <a:tabLst/>
              <a:defRPr sz="1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L="0" marR="0" indent="0" algn="l" defTabSz="914400" rtl="0" latinLnBrk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"/>
              <a:buChar char="■"/>
              <a:tabLst/>
              <a:defRPr sz="1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marL="76200" algn="ctr" hangingPunct="1"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None/>
              <a:defRPr sz="2400">
                <a:solidFill>
                  <a:srgbClr val="FFFFFF"/>
                </a:solidFill>
              </a:defRPr>
            </a:pPr>
            <a:r>
              <a:rPr lang="en-US" sz="2000" dirty="0">
                <a:solidFill>
                  <a:srgbClr val="FFFFFF"/>
                </a:solidFill>
              </a:rPr>
              <a:t>Gather results</a:t>
            </a:r>
            <a:endParaRPr lang="en-US" sz="2000" i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7" name="Shape 92">
            <a:extLst>
              <a:ext uri="{FF2B5EF4-FFF2-40B4-BE49-F238E27FC236}">
                <a16:creationId xmlns:a16="http://schemas.microsoft.com/office/drawing/2014/main" id="{1D0E25BA-4270-4304-A68F-E173D693FE4A}"/>
              </a:ext>
            </a:extLst>
          </p:cNvPr>
          <p:cNvSpPr txBox="1">
            <a:spLocks/>
          </p:cNvSpPr>
          <p:nvPr/>
        </p:nvSpPr>
        <p:spPr>
          <a:xfrm>
            <a:off x="299664" y="3701645"/>
            <a:ext cx="8403593" cy="811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normAutofit fontScale="92500" lnSpcReduction="10000"/>
          </a:bodyPr>
          <a:lstStyle>
            <a:lvl1pPr marL="0" marR="0" indent="0" algn="l" defTabSz="914400" rtl="0" latinLnBrk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"/>
              <a:buChar char="●"/>
              <a:tabLst/>
              <a:defRPr sz="1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L="0" marR="0" indent="0" algn="l" defTabSz="914400" rtl="0" latinLnBrk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"/>
              <a:buChar char="○"/>
              <a:tabLst/>
              <a:defRPr sz="1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L="0" marR="0" indent="0" algn="l" defTabSz="914400" rtl="0" latinLnBrk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"/>
              <a:buChar char="■"/>
              <a:tabLst/>
              <a:defRPr sz="1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L="0" marR="0" indent="0" algn="l" defTabSz="914400" rtl="0" latinLnBrk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"/>
              <a:buChar char="●"/>
              <a:tabLst/>
              <a:defRPr sz="1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L="0" marR="0" indent="0" algn="l" defTabSz="914400" rtl="0" latinLnBrk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"/>
              <a:buChar char="○"/>
              <a:tabLst/>
              <a:defRPr sz="1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L="0" marR="0" indent="0" algn="l" defTabSz="914400" rtl="0" latinLnBrk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"/>
              <a:buChar char="■"/>
              <a:tabLst/>
              <a:defRPr sz="1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L="0" marR="0" indent="0" algn="l" defTabSz="914400" rtl="0" latinLnBrk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"/>
              <a:buChar char="●"/>
              <a:tabLst/>
              <a:defRPr sz="1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L="0" marR="0" indent="0" algn="l" defTabSz="914400" rtl="0" latinLnBrk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"/>
              <a:buChar char="○"/>
              <a:tabLst/>
              <a:defRPr sz="1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L="0" marR="0" indent="0" algn="l" defTabSz="914400" rtl="0" latinLnBrk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"/>
              <a:buChar char="■"/>
              <a:tabLst/>
              <a:defRPr sz="1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marL="76200" algn="ctr" hangingPunct="1">
              <a:spcBef>
                <a:spcPts val="0"/>
              </a:spcBef>
              <a:buClr>
                <a:srgbClr val="FFFFFF"/>
              </a:buClr>
              <a:buSzPts val="2400"/>
              <a:buFont typeface="Helvetica"/>
              <a:buNone/>
              <a:defRPr sz="2400">
                <a:solidFill>
                  <a:srgbClr val="FFFFFF"/>
                </a:solidFill>
              </a:defRPr>
            </a:pPr>
            <a:r>
              <a:rPr lang="en-US" sz="2000" i="1" dirty="0">
                <a:solidFill>
                  <a:srgbClr val="FFFFFF"/>
                </a:solidFill>
              </a:rPr>
              <a:t>Analyze performance difference between both algorithms and whether the performance depends on the present of specific keywords in the lyrics </a:t>
            </a:r>
            <a:endParaRPr lang="en-US" sz="2000" i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63D42E7F-1313-4748-9D16-84C104D3316A}"/>
              </a:ext>
            </a:extLst>
          </p:cNvPr>
          <p:cNvSpPr/>
          <p:nvPr/>
        </p:nvSpPr>
        <p:spPr>
          <a:xfrm>
            <a:off x="4524191" y="3349417"/>
            <a:ext cx="141078" cy="266483"/>
          </a:xfrm>
          <a:prstGeom prst="downArrow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850391">
              <a:defRPr sz="2790"/>
            </a:lvl1pPr>
          </a:lstStyle>
          <a:p>
            <a:r>
              <a:rPr lang="en-US" dirty="0"/>
              <a:t>Uncertainties which may affect performance</a:t>
            </a:r>
            <a:endParaRPr dirty="0"/>
          </a:p>
        </p:txBody>
      </p:sp>
      <p:sp>
        <p:nvSpPr>
          <p:cNvPr id="159" name="Shape 15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457200" indent="-342900">
              <a:lnSpc>
                <a:spcPct val="100000"/>
              </a:lnSpc>
              <a:spcBef>
                <a:spcPts val="0"/>
              </a:spcBef>
              <a:buSzPts val="1800"/>
              <a:defRPr sz="1800"/>
            </a:pPr>
            <a:r>
              <a:rPr lang="en-US" dirty="0"/>
              <a:t>Keywords in the lyrics which are important but not in the word2vec dictionary</a:t>
            </a:r>
          </a:p>
          <a:p>
            <a:pPr marL="914400" lvl="1" indent="-330200">
              <a:lnSpc>
                <a:spcPct val="100000"/>
              </a:lnSpc>
              <a:buSzPts val="1600"/>
              <a:defRPr sz="1600"/>
            </a:pPr>
            <a:r>
              <a:rPr lang="en-US" sz="1600" dirty="0"/>
              <a:t> </a:t>
            </a:r>
            <a:r>
              <a:rPr lang="en-US" dirty="0"/>
              <a:t>Example: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Loveland (</a:t>
            </a:r>
            <a:r>
              <a:rPr lang="en-US" dirty="0">
                <a:solidFill>
                  <a:schemeClr val="tx1"/>
                </a:solidFill>
              </a:rPr>
              <a:t>not in word2vec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) </a:t>
            </a:r>
            <a:r>
              <a:rPr lang="en-US" sz="1800" dirty="0"/>
              <a:t>but </a:t>
            </a:r>
            <a:r>
              <a:rPr lang="en-US" sz="1600" dirty="0"/>
              <a:t>should</a:t>
            </a:r>
            <a:r>
              <a:rPr lang="en-US" sz="1800" dirty="0"/>
              <a:t> be interpreted as ‘wonderland’</a:t>
            </a:r>
          </a:p>
          <a:p>
            <a:pPr marL="914400" lvl="1" indent="-330200">
              <a:buSzPts val="1600"/>
              <a:defRPr sz="1600"/>
            </a:pPr>
            <a:endParaRPr lang="en-US" sz="1600" dirty="0"/>
          </a:p>
          <a:p>
            <a:pPr marL="457200" indent="-342900">
              <a:lnSpc>
                <a:spcPct val="100000"/>
              </a:lnSpc>
              <a:spcBef>
                <a:spcPts val="0"/>
              </a:spcBef>
              <a:buSzPts val="1800"/>
              <a:defRPr sz="1800"/>
            </a:pPr>
            <a:r>
              <a:rPr lang="en-US" dirty="0"/>
              <a:t>Keywords in the lyrics which are picked by RAKE but do not make much sense in term of visualization</a:t>
            </a:r>
          </a:p>
          <a:p>
            <a:pPr marL="914400" lvl="1" indent="-330200">
              <a:lnSpc>
                <a:spcPct val="100000"/>
              </a:lnSpc>
              <a:buSzPts val="1600"/>
              <a:defRPr sz="1600"/>
            </a:pPr>
            <a:r>
              <a:rPr lang="en-US" sz="1600" dirty="0"/>
              <a:t> </a:t>
            </a:r>
            <a:r>
              <a:rPr lang="en-US" dirty="0"/>
              <a:t>Keywords Example: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existence</a:t>
            </a:r>
            <a:r>
              <a:rPr lang="en-US" sz="1600" dirty="0"/>
              <a:t>,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feeling</a:t>
            </a:r>
            <a:r>
              <a:rPr lang="en-US" sz="1600" dirty="0"/>
              <a:t>,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</a:rPr>
              <a:t>missing</a:t>
            </a:r>
            <a:endParaRPr 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FF58C-7C51-4F5C-9723-20CC5E8A9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 Progress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2B83C7-6039-4AEB-8810-A4F031F942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A music movie visualization</a:t>
            </a:r>
          </a:p>
          <a:p>
            <a:r>
              <a:rPr lang="en-US" dirty="0"/>
              <a:t> Gather and analyze feedback from the survey</a:t>
            </a:r>
          </a:p>
        </p:txBody>
      </p:sp>
    </p:spTree>
    <p:extLst>
      <p:ext uri="{BB962C8B-B14F-4D97-AF65-F5344CB8AC3E}">
        <p14:creationId xmlns:p14="http://schemas.microsoft.com/office/powerpoint/2010/main" val="119341628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Paperback">
  <a:themeElements>
    <a:clrScheme name="Paperback">
      <a:dk1>
        <a:srgbClr val="000000"/>
      </a:dk1>
      <a:lt1>
        <a:srgbClr val="000000"/>
      </a:lt1>
      <a:dk2>
        <a:srgbClr val="A7A7A7"/>
      </a:dk2>
      <a:lt2>
        <a:srgbClr val="535353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0000FF"/>
      </a:hlink>
      <a:folHlink>
        <a:srgbClr val="FF00FF"/>
      </a:folHlink>
    </a:clrScheme>
    <a:fontScheme name="Paperback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Paperb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Paperback">
  <a:themeElements>
    <a:clrScheme name="Paperback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0000FF"/>
      </a:hlink>
      <a:folHlink>
        <a:srgbClr val="FF00FF"/>
      </a:folHlink>
    </a:clrScheme>
    <a:fontScheme name="Paperback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Paperb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479</Words>
  <Application>Microsoft Office PowerPoint</Application>
  <PresentationFormat>On-screen Show (16:9)</PresentationFormat>
  <Paragraphs>41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Helvetica Neue</vt:lpstr>
      <vt:lpstr>Old Standard TT</vt:lpstr>
      <vt:lpstr>Arial</vt:lpstr>
      <vt:lpstr>Helvetica</vt:lpstr>
      <vt:lpstr>Paperback</vt:lpstr>
      <vt:lpstr>Lyrics2PhotoStream: Content Based Visualization of Song Lyrics</vt:lpstr>
      <vt:lpstr>Project Goal</vt:lpstr>
      <vt:lpstr>Algorithm 1: Simple Average</vt:lpstr>
      <vt:lpstr>Algorithm 2: Underlying Semantic Association</vt:lpstr>
      <vt:lpstr>Evaluate the Performance</vt:lpstr>
      <vt:lpstr>Uncertainties which may affect performance</vt:lpstr>
      <vt:lpstr>In Progress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Lyrics2PhotoStream: Content Based Visualization of Song Lyrics</dc:title>
  <cp:lastModifiedBy>NK J</cp:lastModifiedBy>
  <cp:revision>5</cp:revision>
  <dcterms:modified xsi:type="dcterms:W3CDTF">2017-12-06T01:55:04Z</dcterms:modified>
</cp:coreProperties>
</file>