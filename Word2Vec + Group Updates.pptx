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0HvHlIFRJy6NmU9uxNbhjY92KNjwS3qWGhpdtbY_GE4/edit?pli=1" TargetMode="External"/><Relationship Id="rId4" Type="http://schemas.openxmlformats.org/officeDocument/2006/relationships/hyperlink" Target="https://github.com/michael1albq/DataStori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ctrTitle"/>
          </p:nvPr>
        </p:nvSpPr>
        <p:spPr>
          <a:xfrm>
            <a:off x="311700" y="150800"/>
            <a:ext cx="8520600" cy="5319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b="1" lang="en" sz="3000">
                <a:solidFill>
                  <a:srgbClr val="41414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Word2Vec</a:t>
            </a:r>
          </a:p>
        </p:txBody>
      </p:sp>
      <p:sp>
        <p:nvSpPr>
          <p:cNvPr id="55" name="Shape 55"/>
          <p:cNvSpPr txBox="1"/>
          <p:nvPr>
            <p:ph idx="1" type="subTitle"/>
          </p:nvPr>
        </p:nvSpPr>
        <p:spPr>
          <a:xfrm>
            <a:off x="311700" y="682700"/>
            <a:ext cx="8520600" cy="4228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Since we’re using the keywords from songs to retrieve images with tags associated with them, we need to find a way to compare them</a:t>
            </a: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Most modern ML algorithms don’t deal with strings directly </a:t>
            </a: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00"/>
              <a:t>This is where word2vec comes in: it takes words and converts them to a point in a n-dimensional vector space</a:t>
            </a:r>
          </a:p>
          <a:p>
            <a:pPr indent="-387350" lvl="0" marL="457200" algn="l">
              <a:spcBef>
                <a:spcPts val="0"/>
              </a:spcBef>
              <a:buSzPct val="100000"/>
              <a:buChar char="●"/>
            </a:pPr>
            <a:r>
              <a:rPr lang="en" sz="2500"/>
              <a:t>The model we train can be used to determine how similar the keyword is to the tags of the images so that we can pick the “best” (relevant) image</a:t>
            </a:r>
            <a:r>
              <a:rPr lang="en" sz="25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ctrTitle"/>
          </p:nvPr>
        </p:nvSpPr>
        <p:spPr>
          <a:xfrm>
            <a:off x="311700" y="150800"/>
            <a:ext cx="8520600" cy="5319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Shape 61"/>
          <p:cNvSpPr txBox="1"/>
          <p:nvPr>
            <p:ph idx="1" type="subTitle"/>
          </p:nvPr>
        </p:nvSpPr>
        <p:spPr>
          <a:xfrm>
            <a:off x="311700" y="4770350"/>
            <a:ext cx="8520600" cy="289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buSzPct val="100000"/>
              <a:buChar char="●"/>
            </a:pPr>
            <a:r>
              <a:rPr lang="en" sz="1200"/>
              <a:t>We can see which words are close to each other </a:t>
            </a:r>
          </a:p>
        </p:txBody>
      </p:sp>
      <p:pic>
        <p:nvPicPr>
          <p:cNvPr id="62" name="Shape 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0" y="0"/>
            <a:ext cx="9115000" cy="47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ctrTitle"/>
          </p:nvPr>
        </p:nvSpPr>
        <p:spPr>
          <a:xfrm>
            <a:off x="311700" y="150800"/>
            <a:ext cx="8520600" cy="5319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Shape 68"/>
          <p:cNvSpPr txBox="1"/>
          <p:nvPr>
            <p:ph idx="1" type="subTitle"/>
          </p:nvPr>
        </p:nvSpPr>
        <p:spPr>
          <a:xfrm>
            <a:off x="311700" y="3207125"/>
            <a:ext cx="8520600" cy="1704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buSzPct val="100000"/>
              <a:buChar char="●"/>
            </a:pPr>
            <a:r>
              <a:rPr lang="en" sz="2500"/>
              <a:t>This is essentially what it’s doing: words with similar relationships (king and queen or man and woman) have similar euclidean distances between them</a:t>
            </a:r>
          </a:p>
        </p:txBody>
      </p:sp>
      <p:pic>
        <p:nvPicPr>
          <p:cNvPr id="69" name="Shape 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800"/>
            <a:ext cx="8520600" cy="299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ctrTitle"/>
          </p:nvPr>
        </p:nvSpPr>
        <p:spPr>
          <a:xfrm>
            <a:off x="311700" y="150800"/>
            <a:ext cx="8520600" cy="5319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Development Updates</a:t>
            </a:r>
          </a:p>
        </p:txBody>
      </p:sp>
      <p:sp>
        <p:nvSpPr>
          <p:cNvPr id="75" name="Shape 75"/>
          <p:cNvSpPr txBox="1"/>
          <p:nvPr>
            <p:ph idx="1" type="subTitle"/>
          </p:nvPr>
        </p:nvSpPr>
        <p:spPr>
          <a:xfrm>
            <a:off x="261275" y="682700"/>
            <a:ext cx="8520600" cy="3311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We were able to get a running algorithm to find the most relevant image for each paragraph</a:t>
            </a: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000"/>
              <a:t>Ran it through a few times to find errors</a:t>
            </a:r>
          </a:p>
          <a:p>
            <a:pPr indent="-419100" lvl="0" marL="457200" rtl="0" algn="l">
              <a:spcBef>
                <a:spcPts val="0"/>
              </a:spcBef>
              <a:buSzPct val="100000"/>
              <a:buChar char="●"/>
            </a:pPr>
            <a:r>
              <a:rPr lang="en" sz="3000"/>
              <a:t>We’ve done the manual search using pixabay to see how well it’s doing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ctrTitle"/>
          </p:nvPr>
        </p:nvSpPr>
        <p:spPr>
          <a:xfrm>
            <a:off x="311700" y="150800"/>
            <a:ext cx="8520600" cy="11907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b="1" lang="en" sz="3000">
                <a:latin typeface="Times New Roman"/>
                <a:ea typeface="Times New Roman"/>
                <a:cs typeface="Times New Roman"/>
                <a:sym typeface="Times New Roman"/>
              </a:rPr>
              <a:t>Manual Search vs Algorithmic Version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Shape 81"/>
          <p:cNvSpPr txBox="1"/>
          <p:nvPr/>
        </p:nvSpPr>
        <p:spPr>
          <a:xfrm>
            <a:off x="907700" y="1643875"/>
            <a:ext cx="71907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Manual: </a:t>
            </a:r>
            <a:r>
              <a:rPr lang="en" sz="10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https://docs.google.com/document/d/10HvHlIFRJy6NmU9uxNbhjY92KNjwS3qWGhpdtbY_GE4/edit?pli=1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Algorithmic: </a:t>
            </a:r>
            <a:r>
              <a:rPr lang="en" sz="10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https://github.com/michael1albq/DataStories</a:t>
            </a:r>
          </a:p>
          <a:p>
            <a:pPr lvl="0" rtl="0">
              <a:spcBef>
                <a:spcPts val="0"/>
              </a:spcBef>
              <a:buNone/>
            </a:pPr>
            <a:br>
              <a:rPr lang="en"/>
            </a:b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ctrTitle"/>
          </p:nvPr>
        </p:nvSpPr>
        <p:spPr>
          <a:xfrm>
            <a:off x="261275" y="230200"/>
            <a:ext cx="8520600" cy="7926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000"/>
              <a:t>Challenges &amp; Next Steps &amp; Outline</a:t>
            </a:r>
          </a:p>
        </p:txBody>
      </p:sp>
      <p:sp>
        <p:nvSpPr>
          <p:cNvPr id="87" name="Shape 87"/>
          <p:cNvSpPr txBox="1"/>
          <p:nvPr>
            <p:ph idx="1" type="subTitle"/>
          </p:nvPr>
        </p:nvSpPr>
        <p:spPr>
          <a:xfrm>
            <a:off x="311700" y="1142500"/>
            <a:ext cx="8520600" cy="3681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Dealing with any more potential errors through testing and debugging</a:t>
            </a: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Creating the second algorithm (where we have a keyword mapped to an image and the song maps to all the images)</a:t>
            </a: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/>
              <a:t>Need to change the dataset we use since it can only obtain a limited number of pictures for many keywords and none for many other keywords → so we’re losing a lot of information</a:t>
            </a:r>
          </a:p>
          <a:p>
            <a:pPr indent="-381000" lvl="0" marL="457200" rtl="0" algn="l">
              <a:spcBef>
                <a:spcPts val="0"/>
              </a:spcBef>
              <a:buSzPct val="100000"/>
              <a:buChar char="●"/>
            </a:pPr>
            <a:r>
              <a:rPr lang="en" sz="2400"/>
              <a:t>Implementation Of multithreading for faster image retrieval </a:t>
            </a:r>
          </a:p>
          <a:p>
            <a:pPr lvl="0" algn="l">
              <a:spcBef>
                <a:spcPts val="0"/>
              </a:spcBef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